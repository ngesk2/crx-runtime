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8160215" y="1295681"/>
            <a:ext cx="11355" cy="11355"/>
          </a:xfrm>
          <a:prstGeom prst="ellipse">
            <a:avLst/>
          </a:prstGeom>
          <a:solidFill>
            <a:srgbClr val="FFFFFF">
              <a:alpha val="10000"/>
            </a:srgbClr>
          </a:solidFill>
          <a:ln w="12700">
            <a:solidFill>
              <a:srgbClr val="FFFFFF"/>
            </a:solidFill>
            <a:prstDash val="solid"/>
          </a:ln>
        </p:spPr>
      </p:sp>
      <p:sp>
        <p:nvSpPr>
          <p:cNvPr id="4" name="Shape 2"/>
          <p:cNvSpPr/>
          <p:nvPr/>
        </p:nvSpPr>
        <p:spPr>
          <a:xfrm>
            <a:off x="1275791" y="3827678"/>
            <a:ext cx="22335" cy="22335"/>
          </a:xfrm>
          <a:prstGeom prst="ellipse">
            <a:avLst/>
          </a:prstGeom>
          <a:solidFill>
            <a:srgbClr val="FFFFFF">
              <a:alpha val="10000"/>
            </a:srgbClr>
          </a:solidFill>
          <a:ln w="12700">
            <a:solidFill>
              <a:srgbClr val="FFFFFF"/>
            </a:solidFill>
            <a:prstDash val="solid"/>
          </a:ln>
        </p:spPr>
      </p:sp>
      <p:sp>
        <p:nvSpPr>
          <p:cNvPr id="5" name="Shape 3"/>
          <p:cNvSpPr/>
          <p:nvPr/>
        </p:nvSpPr>
        <p:spPr>
          <a:xfrm>
            <a:off x="6562100" y="2012409"/>
            <a:ext cx="19608" cy="19608"/>
          </a:xfrm>
          <a:prstGeom prst="ellipse">
            <a:avLst/>
          </a:prstGeom>
          <a:solidFill>
            <a:srgbClr val="FFFFFF">
              <a:alpha val="10000"/>
            </a:srgbClr>
          </a:solidFill>
          <a:ln w="12700">
            <a:solidFill>
              <a:srgbClr val="FFFFFF"/>
            </a:solidFill>
            <a:prstDash val="solid"/>
          </a:ln>
        </p:spPr>
      </p:sp>
      <p:sp>
        <p:nvSpPr>
          <p:cNvPr id="6" name="Shape 4"/>
          <p:cNvSpPr/>
          <p:nvPr/>
        </p:nvSpPr>
        <p:spPr>
          <a:xfrm>
            <a:off x="4394190" y="5287698"/>
            <a:ext cx="22961" cy="22961"/>
          </a:xfrm>
          <a:prstGeom prst="ellipse">
            <a:avLst/>
          </a:prstGeom>
          <a:solidFill>
            <a:srgbClr val="FFFFFF">
              <a:alpha val="10000"/>
            </a:srgbClr>
          </a:solidFill>
          <a:ln w="12700">
            <a:solidFill>
              <a:srgbClr val="FFFFFF"/>
            </a:solidFill>
            <a:prstDash val="solid"/>
          </a:ln>
        </p:spPr>
      </p:sp>
      <p:sp>
        <p:nvSpPr>
          <p:cNvPr id="7" name="Shape 5"/>
          <p:cNvSpPr/>
          <p:nvPr/>
        </p:nvSpPr>
        <p:spPr>
          <a:xfrm>
            <a:off x="6384904" y="3897600"/>
            <a:ext cx="21740" cy="21740"/>
          </a:xfrm>
          <a:prstGeom prst="ellipse">
            <a:avLst/>
          </a:prstGeom>
          <a:solidFill>
            <a:srgbClr val="FFFFFF">
              <a:alpha val="10000"/>
            </a:srgbClr>
          </a:solidFill>
          <a:ln w="12700">
            <a:solidFill>
              <a:srgbClr val="FFFFFF"/>
            </a:solidFill>
            <a:prstDash val="solid"/>
          </a:ln>
        </p:spPr>
      </p:sp>
      <p:sp>
        <p:nvSpPr>
          <p:cNvPr id="8" name="Shape 6"/>
          <p:cNvSpPr/>
          <p:nvPr/>
        </p:nvSpPr>
        <p:spPr>
          <a:xfrm>
            <a:off x="7511735" y="4498534"/>
            <a:ext cx="12929" cy="12929"/>
          </a:xfrm>
          <a:prstGeom prst="ellipse">
            <a:avLst/>
          </a:prstGeom>
          <a:solidFill>
            <a:srgbClr val="FFFFFF">
              <a:alpha val="10000"/>
            </a:srgbClr>
          </a:solidFill>
          <a:ln w="12700">
            <a:solidFill>
              <a:srgbClr val="FFFFFF"/>
            </a:solidFill>
            <a:prstDash val="solid"/>
          </a:ln>
        </p:spPr>
      </p:sp>
      <p:sp>
        <p:nvSpPr>
          <p:cNvPr id="9" name="Shape 7"/>
          <p:cNvSpPr/>
          <p:nvPr/>
        </p:nvSpPr>
        <p:spPr>
          <a:xfrm>
            <a:off x="6895533" y="3256995"/>
            <a:ext cx="9230" cy="9230"/>
          </a:xfrm>
          <a:prstGeom prst="ellipse">
            <a:avLst/>
          </a:prstGeom>
          <a:solidFill>
            <a:srgbClr val="FFFFFF">
              <a:alpha val="10000"/>
            </a:srgbClr>
          </a:solidFill>
          <a:ln w="12700">
            <a:solidFill>
              <a:srgbClr val="FFFFFF"/>
            </a:solidFill>
            <a:prstDash val="solid"/>
          </a:ln>
        </p:spPr>
      </p:sp>
      <p:sp>
        <p:nvSpPr>
          <p:cNvPr id="10" name="Shape 8"/>
          <p:cNvSpPr/>
          <p:nvPr/>
        </p:nvSpPr>
        <p:spPr>
          <a:xfrm>
            <a:off x="1045575" y="3253905"/>
            <a:ext cx="13095" cy="13095"/>
          </a:xfrm>
          <a:prstGeom prst="ellipse">
            <a:avLst/>
          </a:prstGeom>
          <a:solidFill>
            <a:srgbClr val="FFFFFF">
              <a:alpha val="10000"/>
            </a:srgbClr>
          </a:solidFill>
          <a:ln w="12700">
            <a:solidFill>
              <a:srgbClr val="FFFFFF"/>
            </a:solidFill>
            <a:prstDash val="solid"/>
          </a:ln>
        </p:spPr>
      </p:sp>
      <p:sp>
        <p:nvSpPr>
          <p:cNvPr id="11" name="Shape 9"/>
          <p:cNvSpPr/>
          <p:nvPr/>
        </p:nvSpPr>
        <p:spPr>
          <a:xfrm>
            <a:off x="8701495" y="734203"/>
            <a:ext cx="35307" cy="35307"/>
          </a:xfrm>
          <a:prstGeom prst="ellipse">
            <a:avLst/>
          </a:prstGeom>
          <a:solidFill>
            <a:srgbClr val="FFFFFF">
              <a:alpha val="10000"/>
            </a:srgbClr>
          </a:solidFill>
          <a:ln w="12700">
            <a:solidFill>
              <a:srgbClr val="FFFFFF"/>
            </a:solidFill>
            <a:prstDash val="solid"/>
          </a:ln>
        </p:spPr>
      </p:sp>
      <p:sp>
        <p:nvSpPr>
          <p:cNvPr id="12" name="Shape 10"/>
          <p:cNvSpPr/>
          <p:nvPr/>
        </p:nvSpPr>
        <p:spPr>
          <a:xfrm>
            <a:off x="4083416" y="2245664"/>
            <a:ext cx="11558" cy="11558"/>
          </a:xfrm>
          <a:prstGeom prst="ellipse">
            <a:avLst/>
          </a:prstGeom>
          <a:solidFill>
            <a:srgbClr val="FFFFFF">
              <a:alpha val="10000"/>
            </a:srgbClr>
          </a:solidFill>
          <a:ln w="12700">
            <a:solidFill>
              <a:srgbClr val="FFFFFF"/>
            </a:solidFill>
            <a:prstDash val="solid"/>
          </a:ln>
        </p:spPr>
      </p:sp>
      <p:sp>
        <p:nvSpPr>
          <p:cNvPr id="13" name="Shape 11"/>
          <p:cNvSpPr/>
          <p:nvPr/>
        </p:nvSpPr>
        <p:spPr>
          <a:xfrm>
            <a:off x="5327472" y="1683057"/>
            <a:ext cx="20846" cy="20846"/>
          </a:xfrm>
          <a:prstGeom prst="ellipse">
            <a:avLst/>
          </a:prstGeom>
          <a:solidFill>
            <a:srgbClr val="FFFFFF">
              <a:alpha val="10000"/>
            </a:srgbClr>
          </a:solidFill>
          <a:ln w="12700">
            <a:solidFill>
              <a:srgbClr val="FFFFFF"/>
            </a:solidFill>
            <a:prstDash val="solid"/>
          </a:ln>
        </p:spPr>
      </p:sp>
      <p:sp>
        <p:nvSpPr>
          <p:cNvPr id="14" name="Shape 12"/>
          <p:cNvSpPr/>
          <p:nvPr/>
        </p:nvSpPr>
        <p:spPr>
          <a:xfrm>
            <a:off x="2688961" y="4584525"/>
            <a:ext cx="12470" cy="12470"/>
          </a:xfrm>
          <a:prstGeom prst="ellipse">
            <a:avLst/>
          </a:prstGeom>
          <a:solidFill>
            <a:srgbClr val="FFFFFF">
              <a:alpha val="10000"/>
            </a:srgbClr>
          </a:solidFill>
          <a:ln w="12700">
            <a:solidFill>
              <a:srgbClr val="FFFFFF"/>
            </a:solidFill>
            <a:prstDash val="solid"/>
          </a:ln>
        </p:spPr>
      </p:sp>
      <p:sp>
        <p:nvSpPr>
          <p:cNvPr id="15" name="Shape 13"/>
          <p:cNvSpPr/>
          <p:nvPr/>
        </p:nvSpPr>
        <p:spPr>
          <a:xfrm>
            <a:off x="1227316" y="2812346"/>
            <a:ext cx="29980" cy="29980"/>
          </a:xfrm>
          <a:prstGeom prst="ellipse">
            <a:avLst/>
          </a:prstGeom>
          <a:solidFill>
            <a:srgbClr val="FFFFFF">
              <a:alpha val="10000"/>
            </a:srgbClr>
          </a:solidFill>
          <a:ln w="12700">
            <a:solidFill>
              <a:srgbClr val="FFFFFF"/>
            </a:solidFill>
            <a:prstDash val="solid"/>
          </a:ln>
        </p:spPr>
      </p:sp>
      <p:sp>
        <p:nvSpPr>
          <p:cNvPr id="16" name="Shape 14"/>
          <p:cNvSpPr/>
          <p:nvPr/>
        </p:nvSpPr>
        <p:spPr>
          <a:xfrm>
            <a:off x="6650568" y="5135575"/>
            <a:ext cx="27604" cy="27604"/>
          </a:xfrm>
          <a:prstGeom prst="ellipse">
            <a:avLst/>
          </a:prstGeom>
          <a:solidFill>
            <a:srgbClr val="FFFFFF">
              <a:alpha val="10000"/>
            </a:srgbClr>
          </a:solidFill>
          <a:ln w="12700">
            <a:solidFill>
              <a:srgbClr val="FFFFFF"/>
            </a:solidFill>
            <a:prstDash val="solid"/>
          </a:ln>
        </p:spPr>
      </p:sp>
      <p:sp>
        <p:nvSpPr>
          <p:cNvPr id="17" name="Shape 15"/>
          <p:cNvSpPr/>
          <p:nvPr/>
        </p:nvSpPr>
        <p:spPr>
          <a:xfrm>
            <a:off x="6239023" y="4336451"/>
            <a:ext cx="29221" cy="29221"/>
          </a:xfrm>
          <a:prstGeom prst="ellipse">
            <a:avLst/>
          </a:prstGeom>
          <a:solidFill>
            <a:srgbClr val="FFFFFF">
              <a:alpha val="10000"/>
            </a:srgbClr>
          </a:solidFill>
          <a:ln w="12700">
            <a:solidFill>
              <a:srgbClr val="FFFFFF"/>
            </a:solidFill>
            <a:prstDash val="solid"/>
          </a:ln>
        </p:spPr>
      </p:sp>
      <p:sp>
        <p:nvSpPr>
          <p:cNvPr id="18" name="Shape 16"/>
          <p:cNvSpPr/>
          <p:nvPr/>
        </p:nvSpPr>
        <p:spPr>
          <a:xfrm>
            <a:off x="968905" y="2466072"/>
            <a:ext cx="9775" cy="9775"/>
          </a:xfrm>
          <a:prstGeom prst="ellipse">
            <a:avLst/>
          </a:prstGeom>
          <a:solidFill>
            <a:srgbClr val="FFFFFF">
              <a:alpha val="10000"/>
            </a:srgbClr>
          </a:solidFill>
          <a:ln w="12700">
            <a:solidFill>
              <a:srgbClr val="FFFFFF"/>
            </a:solidFill>
            <a:prstDash val="solid"/>
          </a:ln>
        </p:spPr>
      </p:sp>
      <p:sp>
        <p:nvSpPr>
          <p:cNvPr id="19" name="Shape 17"/>
          <p:cNvSpPr/>
          <p:nvPr/>
        </p:nvSpPr>
        <p:spPr>
          <a:xfrm>
            <a:off x="5852740" y="3107473"/>
            <a:ext cx="10325" cy="10325"/>
          </a:xfrm>
          <a:prstGeom prst="ellipse">
            <a:avLst/>
          </a:prstGeom>
          <a:solidFill>
            <a:srgbClr val="FFFFFF">
              <a:alpha val="10000"/>
            </a:srgbClr>
          </a:solidFill>
          <a:ln w="12700">
            <a:solidFill>
              <a:srgbClr val="FFFFFF"/>
            </a:solidFill>
            <a:prstDash val="solid"/>
          </a:ln>
        </p:spPr>
      </p:sp>
      <p:sp>
        <p:nvSpPr>
          <p:cNvPr id="20" name="Shape 18"/>
          <p:cNvSpPr/>
          <p:nvPr/>
        </p:nvSpPr>
        <p:spPr>
          <a:xfrm>
            <a:off x="1544397" y="3331542"/>
            <a:ext cx="35540" cy="35540"/>
          </a:xfrm>
          <a:prstGeom prst="ellipse">
            <a:avLst/>
          </a:prstGeom>
          <a:solidFill>
            <a:srgbClr val="FFFFFF">
              <a:alpha val="10000"/>
            </a:srgbClr>
          </a:solidFill>
          <a:ln w="12700">
            <a:solidFill>
              <a:srgbClr val="FFFFFF"/>
            </a:solidFill>
            <a:prstDash val="solid"/>
          </a:ln>
        </p:spPr>
      </p:sp>
      <p:sp>
        <p:nvSpPr>
          <p:cNvPr id="21" name="Shape 19"/>
          <p:cNvSpPr/>
          <p:nvPr/>
        </p:nvSpPr>
        <p:spPr>
          <a:xfrm>
            <a:off x="4007391" y="3598541"/>
            <a:ext cx="28168" cy="28168"/>
          </a:xfrm>
          <a:prstGeom prst="ellipse">
            <a:avLst/>
          </a:prstGeom>
          <a:solidFill>
            <a:srgbClr val="FFFFFF">
              <a:alpha val="10000"/>
            </a:srgbClr>
          </a:solidFill>
          <a:ln w="12700">
            <a:solidFill>
              <a:srgbClr val="FFFFFF"/>
            </a:solidFill>
            <a:prstDash val="solid"/>
          </a:ln>
        </p:spPr>
      </p:sp>
      <p:sp>
        <p:nvSpPr>
          <p:cNvPr id="22" name="Shape 20"/>
          <p:cNvSpPr/>
          <p:nvPr/>
        </p:nvSpPr>
        <p:spPr>
          <a:xfrm>
            <a:off x="1188588" y="443838"/>
            <a:ext cx="33112" cy="33112"/>
          </a:xfrm>
          <a:prstGeom prst="ellipse">
            <a:avLst/>
          </a:prstGeom>
          <a:solidFill>
            <a:srgbClr val="FFFFFF">
              <a:alpha val="10000"/>
            </a:srgbClr>
          </a:solidFill>
          <a:ln w="12700">
            <a:solidFill>
              <a:srgbClr val="FFFFFF"/>
            </a:solidFill>
            <a:prstDash val="solid"/>
          </a:ln>
        </p:spPr>
      </p:sp>
      <p:sp>
        <p:nvSpPr>
          <p:cNvPr id="23" name="Shape 21"/>
          <p:cNvSpPr/>
          <p:nvPr/>
        </p:nvSpPr>
        <p:spPr>
          <a:xfrm>
            <a:off x="344890" y="551899"/>
            <a:ext cx="19674" cy="19674"/>
          </a:xfrm>
          <a:prstGeom prst="ellipse">
            <a:avLst/>
          </a:prstGeom>
          <a:solidFill>
            <a:srgbClr val="FFFFFF">
              <a:alpha val="10000"/>
            </a:srgbClr>
          </a:solidFill>
          <a:ln w="12700">
            <a:solidFill>
              <a:srgbClr val="FFFFFF"/>
            </a:solidFill>
            <a:prstDash val="solid"/>
          </a:ln>
        </p:spPr>
      </p:sp>
      <p:sp>
        <p:nvSpPr>
          <p:cNvPr id="24" name="Shape 22"/>
          <p:cNvSpPr/>
          <p:nvPr/>
        </p:nvSpPr>
        <p:spPr>
          <a:xfrm>
            <a:off x="4515065" y="673592"/>
            <a:ext cx="14356" cy="14356"/>
          </a:xfrm>
          <a:prstGeom prst="ellipse">
            <a:avLst/>
          </a:prstGeom>
          <a:solidFill>
            <a:srgbClr val="FFFFFF">
              <a:alpha val="10000"/>
            </a:srgbClr>
          </a:solidFill>
          <a:ln w="12700">
            <a:solidFill>
              <a:srgbClr val="FFFFFF"/>
            </a:solidFill>
            <a:prstDash val="solid"/>
          </a:ln>
        </p:spPr>
      </p:sp>
      <p:sp>
        <p:nvSpPr>
          <p:cNvPr id="25" name="Shape 23"/>
          <p:cNvSpPr/>
          <p:nvPr/>
        </p:nvSpPr>
        <p:spPr>
          <a:xfrm>
            <a:off x="2719682" y="927888"/>
            <a:ext cx="12501" cy="12501"/>
          </a:xfrm>
          <a:prstGeom prst="ellipse">
            <a:avLst/>
          </a:prstGeom>
          <a:solidFill>
            <a:srgbClr val="FFFFFF">
              <a:alpha val="10000"/>
            </a:srgbClr>
          </a:solidFill>
          <a:ln w="12700">
            <a:solidFill>
              <a:srgbClr val="FFFFFF"/>
            </a:solidFill>
            <a:prstDash val="solid"/>
          </a:ln>
        </p:spPr>
      </p:sp>
      <p:sp>
        <p:nvSpPr>
          <p:cNvPr id="26" name="Shape 24"/>
          <p:cNvSpPr/>
          <p:nvPr/>
        </p:nvSpPr>
        <p:spPr>
          <a:xfrm>
            <a:off x="8576340" y="5547071"/>
            <a:ext cx="13072" cy="13072"/>
          </a:xfrm>
          <a:prstGeom prst="ellipse">
            <a:avLst/>
          </a:prstGeom>
          <a:solidFill>
            <a:srgbClr val="FFFFFF">
              <a:alpha val="10000"/>
            </a:srgbClr>
          </a:solidFill>
          <a:ln w="12700">
            <a:solidFill>
              <a:srgbClr val="FFFFFF"/>
            </a:solidFill>
            <a:prstDash val="solid"/>
          </a:ln>
        </p:spPr>
      </p:sp>
      <p:sp>
        <p:nvSpPr>
          <p:cNvPr id="27" name="Shape 25"/>
          <p:cNvSpPr/>
          <p:nvPr/>
        </p:nvSpPr>
        <p:spPr>
          <a:xfrm>
            <a:off x="2242819" y="5928823"/>
            <a:ext cx="15305" cy="15305"/>
          </a:xfrm>
          <a:prstGeom prst="ellipse">
            <a:avLst/>
          </a:prstGeom>
          <a:solidFill>
            <a:srgbClr val="FFFFFF">
              <a:alpha val="10000"/>
            </a:srgbClr>
          </a:solidFill>
          <a:ln w="12700">
            <a:solidFill>
              <a:srgbClr val="FFFFFF"/>
            </a:solidFill>
            <a:prstDash val="solid"/>
          </a:ln>
        </p:spPr>
      </p:sp>
      <p:sp>
        <p:nvSpPr>
          <p:cNvPr id="28" name="Shape 26"/>
          <p:cNvSpPr/>
          <p:nvPr/>
        </p:nvSpPr>
        <p:spPr>
          <a:xfrm>
            <a:off x="8208499" y="3076348"/>
            <a:ext cx="21284" cy="21284"/>
          </a:xfrm>
          <a:prstGeom prst="ellipse">
            <a:avLst/>
          </a:prstGeom>
          <a:solidFill>
            <a:srgbClr val="FFFFFF">
              <a:alpha val="10000"/>
            </a:srgbClr>
          </a:solidFill>
          <a:ln w="12700">
            <a:solidFill>
              <a:srgbClr val="FFFFFF"/>
            </a:solidFill>
            <a:prstDash val="solid"/>
          </a:ln>
        </p:spPr>
      </p:sp>
      <p:sp>
        <p:nvSpPr>
          <p:cNvPr id="29" name="Shape 27"/>
          <p:cNvSpPr/>
          <p:nvPr/>
        </p:nvSpPr>
        <p:spPr>
          <a:xfrm>
            <a:off x="4711521" y="3757886"/>
            <a:ext cx="17989" cy="17989"/>
          </a:xfrm>
          <a:prstGeom prst="ellipse">
            <a:avLst/>
          </a:prstGeom>
          <a:solidFill>
            <a:srgbClr val="FFFFFF">
              <a:alpha val="10000"/>
            </a:srgbClr>
          </a:solidFill>
          <a:ln w="12700">
            <a:solidFill>
              <a:srgbClr val="FFFFFF"/>
            </a:solidFill>
            <a:prstDash val="solid"/>
          </a:ln>
        </p:spPr>
      </p:sp>
      <p:sp>
        <p:nvSpPr>
          <p:cNvPr id="30" name="Shape 28"/>
          <p:cNvSpPr/>
          <p:nvPr/>
        </p:nvSpPr>
        <p:spPr>
          <a:xfrm>
            <a:off x="2554370" y="4268086"/>
            <a:ext cx="21518" cy="21518"/>
          </a:xfrm>
          <a:prstGeom prst="ellipse">
            <a:avLst/>
          </a:prstGeom>
          <a:solidFill>
            <a:srgbClr val="FFFFFF">
              <a:alpha val="10000"/>
            </a:srgbClr>
          </a:solidFill>
          <a:ln w="12700">
            <a:solidFill>
              <a:srgbClr val="FFFFFF"/>
            </a:solidFill>
            <a:prstDash val="solid"/>
          </a:ln>
        </p:spPr>
      </p:sp>
      <p:sp>
        <p:nvSpPr>
          <p:cNvPr id="31" name="Shape 29"/>
          <p:cNvSpPr/>
          <p:nvPr/>
        </p:nvSpPr>
        <p:spPr>
          <a:xfrm>
            <a:off x="581912" y="227528"/>
            <a:ext cx="29764" cy="29764"/>
          </a:xfrm>
          <a:prstGeom prst="ellipse">
            <a:avLst/>
          </a:prstGeom>
          <a:solidFill>
            <a:srgbClr val="FFFFFF">
              <a:alpha val="10000"/>
            </a:srgbClr>
          </a:solidFill>
          <a:ln w="12700">
            <a:solidFill>
              <a:srgbClr val="FFFFFF"/>
            </a:solidFill>
            <a:prstDash val="solid"/>
          </a:ln>
        </p:spPr>
      </p:sp>
      <p:sp>
        <p:nvSpPr>
          <p:cNvPr id="32" name="Shape 30"/>
          <p:cNvSpPr/>
          <p:nvPr/>
        </p:nvSpPr>
        <p:spPr>
          <a:xfrm>
            <a:off x="5244955" y="2872171"/>
            <a:ext cx="20477" cy="20477"/>
          </a:xfrm>
          <a:prstGeom prst="ellipse">
            <a:avLst/>
          </a:prstGeom>
          <a:solidFill>
            <a:srgbClr val="FFFFFF">
              <a:alpha val="10000"/>
            </a:srgbClr>
          </a:solidFill>
          <a:ln w="12700">
            <a:solidFill>
              <a:srgbClr val="FFFFFF"/>
            </a:solidFill>
            <a:prstDash val="solid"/>
          </a:ln>
        </p:spPr>
      </p:sp>
      <p:sp>
        <p:nvSpPr>
          <p:cNvPr id="33" name="Shape 31"/>
          <p:cNvSpPr/>
          <p:nvPr/>
        </p:nvSpPr>
        <p:spPr>
          <a:xfrm>
            <a:off x="4442104" y="3908116"/>
            <a:ext cx="14853" cy="14853"/>
          </a:xfrm>
          <a:prstGeom prst="ellipse">
            <a:avLst/>
          </a:prstGeom>
          <a:solidFill>
            <a:srgbClr val="FFFFFF">
              <a:alpha val="10000"/>
            </a:srgbClr>
          </a:solidFill>
          <a:ln w="12700">
            <a:solidFill>
              <a:srgbClr val="FFFFFF"/>
            </a:solidFill>
            <a:prstDash val="solid"/>
          </a:ln>
        </p:spPr>
      </p:sp>
      <p:sp>
        <p:nvSpPr>
          <p:cNvPr id="34" name="Shape 32"/>
          <p:cNvSpPr/>
          <p:nvPr/>
        </p:nvSpPr>
        <p:spPr>
          <a:xfrm>
            <a:off x="7096396" y="1290302"/>
            <a:ext cx="15478" cy="15478"/>
          </a:xfrm>
          <a:prstGeom prst="ellipse">
            <a:avLst/>
          </a:prstGeom>
          <a:solidFill>
            <a:srgbClr val="FFFFFF">
              <a:alpha val="10000"/>
            </a:srgbClr>
          </a:solidFill>
          <a:ln w="12700">
            <a:solidFill>
              <a:srgbClr val="FFFFFF"/>
            </a:solidFill>
            <a:prstDash val="solid"/>
          </a:ln>
        </p:spPr>
      </p:sp>
      <p:sp>
        <p:nvSpPr>
          <p:cNvPr id="35" name="Shape 33"/>
          <p:cNvSpPr/>
          <p:nvPr/>
        </p:nvSpPr>
        <p:spPr>
          <a:xfrm>
            <a:off x="2285845" y="1111369"/>
            <a:ext cx="33468" cy="33468"/>
          </a:xfrm>
          <a:prstGeom prst="ellipse">
            <a:avLst/>
          </a:prstGeom>
          <a:solidFill>
            <a:srgbClr val="FFFFFF">
              <a:alpha val="10000"/>
            </a:srgbClr>
          </a:solidFill>
          <a:ln w="12700">
            <a:solidFill>
              <a:srgbClr val="FFFFFF"/>
            </a:solidFill>
            <a:prstDash val="solid"/>
          </a:ln>
        </p:spPr>
      </p:sp>
      <p:sp>
        <p:nvSpPr>
          <p:cNvPr id="36" name="Shape 34"/>
          <p:cNvSpPr/>
          <p:nvPr/>
        </p:nvSpPr>
        <p:spPr>
          <a:xfrm>
            <a:off x="4542198" y="3583757"/>
            <a:ext cx="26552" cy="26552"/>
          </a:xfrm>
          <a:prstGeom prst="ellipse">
            <a:avLst/>
          </a:prstGeom>
          <a:solidFill>
            <a:srgbClr val="FFFFFF">
              <a:alpha val="10000"/>
            </a:srgbClr>
          </a:solidFill>
          <a:ln w="12700">
            <a:solidFill>
              <a:srgbClr val="FFFFFF"/>
            </a:solidFill>
            <a:prstDash val="solid"/>
          </a:ln>
        </p:spPr>
      </p:sp>
      <p:sp>
        <p:nvSpPr>
          <p:cNvPr id="37" name="Shape 35"/>
          <p:cNvSpPr/>
          <p:nvPr/>
        </p:nvSpPr>
        <p:spPr>
          <a:xfrm>
            <a:off x="565444" y="5445090"/>
            <a:ext cx="16191" cy="16191"/>
          </a:xfrm>
          <a:prstGeom prst="ellipse">
            <a:avLst/>
          </a:prstGeom>
          <a:solidFill>
            <a:srgbClr val="FFFFFF">
              <a:alpha val="10000"/>
            </a:srgbClr>
          </a:solidFill>
          <a:ln w="12700">
            <a:solidFill>
              <a:srgbClr val="FFFFFF"/>
            </a:solidFill>
            <a:prstDash val="solid"/>
          </a:ln>
        </p:spPr>
      </p:sp>
      <p:sp>
        <p:nvSpPr>
          <p:cNvPr id="38" name="Shape 36"/>
          <p:cNvSpPr/>
          <p:nvPr/>
        </p:nvSpPr>
        <p:spPr>
          <a:xfrm>
            <a:off x="8303524" y="3208934"/>
            <a:ext cx="11152" cy="11152"/>
          </a:xfrm>
          <a:prstGeom prst="ellipse">
            <a:avLst/>
          </a:prstGeom>
          <a:solidFill>
            <a:srgbClr val="FFFFFF">
              <a:alpha val="10000"/>
            </a:srgbClr>
          </a:solidFill>
          <a:ln w="12700">
            <a:solidFill>
              <a:srgbClr val="FFFFFF"/>
            </a:solidFill>
            <a:prstDash val="solid"/>
          </a:ln>
        </p:spPr>
      </p:sp>
      <p:sp>
        <p:nvSpPr>
          <p:cNvPr id="39" name="Shape 37"/>
          <p:cNvSpPr/>
          <p:nvPr/>
        </p:nvSpPr>
        <p:spPr>
          <a:xfrm>
            <a:off x="8383815" y="1215385"/>
            <a:ext cx="16688" cy="16688"/>
          </a:xfrm>
          <a:prstGeom prst="ellipse">
            <a:avLst/>
          </a:prstGeom>
          <a:solidFill>
            <a:srgbClr val="FFFFFF">
              <a:alpha val="10000"/>
            </a:srgbClr>
          </a:solidFill>
          <a:ln w="12700">
            <a:solidFill>
              <a:srgbClr val="FFFFFF"/>
            </a:solidFill>
            <a:prstDash val="solid"/>
          </a:ln>
        </p:spPr>
      </p:sp>
      <p:sp>
        <p:nvSpPr>
          <p:cNvPr id="40" name="Shape 38"/>
          <p:cNvSpPr/>
          <p:nvPr/>
        </p:nvSpPr>
        <p:spPr>
          <a:xfrm>
            <a:off x="2889318" y="272771"/>
            <a:ext cx="10544" cy="10544"/>
          </a:xfrm>
          <a:prstGeom prst="ellipse">
            <a:avLst/>
          </a:prstGeom>
          <a:solidFill>
            <a:srgbClr val="FFFFFF">
              <a:alpha val="10000"/>
            </a:srgbClr>
          </a:solidFill>
          <a:ln w="12700">
            <a:solidFill>
              <a:srgbClr val="FFFFFF"/>
            </a:solidFill>
            <a:prstDash val="solid"/>
          </a:ln>
        </p:spPr>
      </p:sp>
      <p:sp>
        <p:nvSpPr>
          <p:cNvPr id="41" name="Shape 39"/>
          <p:cNvSpPr/>
          <p:nvPr/>
        </p:nvSpPr>
        <p:spPr>
          <a:xfrm>
            <a:off x="5940179" y="5576122"/>
            <a:ext cx="35316" cy="35316"/>
          </a:xfrm>
          <a:prstGeom prst="ellipse">
            <a:avLst/>
          </a:prstGeom>
          <a:solidFill>
            <a:srgbClr val="FFFFFF">
              <a:alpha val="10000"/>
            </a:srgbClr>
          </a:solidFill>
          <a:ln w="12700">
            <a:solidFill>
              <a:srgbClr val="FFFFFF"/>
            </a:solidFill>
            <a:prstDash val="solid"/>
          </a:ln>
        </p:spPr>
      </p:sp>
      <p:sp>
        <p:nvSpPr>
          <p:cNvPr id="42" name="Shape 40"/>
          <p:cNvSpPr/>
          <p:nvPr/>
        </p:nvSpPr>
        <p:spPr>
          <a:xfrm>
            <a:off x="119021" y="6480801"/>
            <a:ext cx="12587" cy="12587"/>
          </a:xfrm>
          <a:prstGeom prst="ellipse">
            <a:avLst/>
          </a:prstGeom>
          <a:solidFill>
            <a:srgbClr val="FFFFFF">
              <a:alpha val="10000"/>
            </a:srgbClr>
          </a:solidFill>
          <a:ln w="12700">
            <a:solidFill>
              <a:srgbClr val="FFFFFF"/>
            </a:solidFill>
            <a:prstDash val="solid"/>
          </a:ln>
        </p:spPr>
      </p:sp>
      <p:sp>
        <p:nvSpPr>
          <p:cNvPr id="43" name="Shape 41"/>
          <p:cNvSpPr/>
          <p:nvPr/>
        </p:nvSpPr>
        <p:spPr>
          <a:xfrm>
            <a:off x="1454152" y="1408684"/>
            <a:ext cx="15805" cy="15805"/>
          </a:xfrm>
          <a:prstGeom prst="ellipse">
            <a:avLst/>
          </a:prstGeom>
          <a:solidFill>
            <a:srgbClr val="FFFFFF">
              <a:alpha val="10000"/>
            </a:srgbClr>
          </a:solidFill>
          <a:ln w="12700">
            <a:solidFill>
              <a:srgbClr val="FFFFFF"/>
            </a:solidFill>
            <a:prstDash val="solid"/>
          </a:ln>
        </p:spPr>
      </p:sp>
      <p:sp>
        <p:nvSpPr>
          <p:cNvPr id="44" name="Shape 42"/>
          <p:cNvSpPr/>
          <p:nvPr/>
        </p:nvSpPr>
        <p:spPr>
          <a:xfrm>
            <a:off x="4757796" y="764458"/>
            <a:ext cx="16795" cy="16795"/>
          </a:xfrm>
          <a:prstGeom prst="ellipse">
            <a:avLst/>
          </a:prstGeom>
          <a:solidFill>
            <a:srgbClr val="FFFFFF">
              <a:alpha val="10000"/>
            </a:srgbClr>
          </a:solidFill>
          <a:ln w="12700">
            <a:solidFill>
              <a:srgbClr val="FFFFFF"/>
            </a:solidFill>
            <a:prstDash val="solid"/>
          </a:ln>
        </p:spPr>
      </p:sp>
      <p:sp>
        <p:nvSpPr>
          <p:cNvPr id="45" name="Shape 43"/>
          <p:cNvSpPr/>
          <p:nvPr/>
        </p:nvSpPr>
        <p:spPr>
          <a:xfrm>
            <a:off x="3392472" y="1333852"/>
            <a:ext cx="16958" cy="16958"/>
          </a:xfrm>
          <a:prstGeom prst="ellipse">
            <a:avLst/>
          </a:prstGeom>
          <a:solidFill>
            <a:srgbClr val="FFFFFF">
              <a:alpha val="10000"/>
            </a:srgbClr>
          </a:solidFill>
          <a:ln w="12700">
            <a:solidFill>
              <a:srgbClr val="FFFFFF"/>
            </a:solidFill>
            <a:prstDash val="solid"/>
          </a:ln>
        </p:spPr>
      </p:sp>
      <p:sp>
        <p:nvSpPr>
          <p:cNvPr id="46" name="Shape 44"/>
          <p:cNvSpPr/>
          <p:nvPr/>
        </p:nvSpPr>
        <p:spPr>
          <a:xfrm>
            <a:off x="3092356" y="3415719"/>
            <a:ext cx="19434" cy="19434"/>
          </a:xfrm>
          <a:prstGeom prst="ellipse">
            <a:avLst/>
          </a:prstGeom>
          <a:solidFill>
            <a:srgbClr val="FFFFFF">
              <a:alpha val="10000"/>
            </a:srgbClr>
          </a:solidFill>
          <a:ln w="12700">
            <a:solidFill>
              <a:srgbClr val="FFFFFF"/>
            </a:solidFill>
            <a:prstDash val="solid"/>
          </a:ln>
        </p:spPr>
      </p:sp>
      <p:sp>
        <p:nvSpPr>
          <p:cNvPr id="47" name="Shape 45"/>
          <p:cNvSpPr/>
          <p:nvPr/>
        </p:nvSpPr>
        <p:spPr>
          <a:xfrm>
            <a:off x="7478228" y="6734227"/>
            <a:ext cx="33130" cy="33130"/>
          </a:xfrm>
          <a:prstGeom prst="ellipse">
            <a:avLst/>
          </a:prstGeom>
          <a:solidFill>
            <a:srgbClr val="FFFFFF">
              <a:alpha val="10000"/>
            </a:srgbClr>
          </a:solidFill>
          <a:ln w="12700">
            <a:solidFill>
              <a:srgbClr val="FFFFFF"/>
            </a:solidFill>
            <a:prstDash val="solid"/>
          </a:ln>
        </p:spPr>
      </p:sp>
      <p:sp>
        <p:nvSpPr>
          <p:cNvPr id="48" name="Shape 46"/>
          <p:cNvSpPr/>
          <p:nvPr/>
        </p:nvSpPr>
        <p:spPr>
          <a:xfrm>
            <a:off x="7686661" y="1926435"/>
            <a:ext cx="15110" cy="15110"/>
          </a:xfrm>
          <a:prstGeom prst="ellipse">
            <a:avLst/>
          </a:prstGeom>
          <a:solidFill>
            <a:srgbClr val="FFFFFF">
              <a:alpha val="10000"/>
            </a:srgbClr>
          </a:solidFill>
          <a:ln w="12700">
            <a:solidFill>
              <a:srgbClr val="FFFFFF"/>
            </a:solidFill>
            <a:prstDash val="solid"/>
          </a:ln>
        </p:spPr>
      </p:sp>
      <p:sp>
        <p:nvSpPr>
          <p:cNvPr id="49" name="Shape 47"/>
          <p:cNvSpPr/>
          <p:nvPr/>
        </p:nvSpPr>
        <p:spPr>
          <a:xfrm>
            <a:off x="4910016" y="2697875"/>
            <a:ext cx="19900" cy="19900"/>
          </a:xfrm>
          <a:prstGeom prst="ellipse">
            <a:avLst/>
          </a:prstGeom>
          <a:solidFill>
            <a:srgbClr val="FFFFFF">
              <a:alpha val="10000"/>
            </a:srgbClr>
          </a:solidFill>
          <a:ln w="12700">
            <a:solidFill>
              <a:srgbClr val="FFFFFF"/>
            </a:solidFill>
            <a:prstDash val="solid"/>
          </a:ln>
        </p:spPr>
      </p:sp>
      <p:sp>
        <p:nvSpPr>
          <p:cNvPr id="50" name="Shape 48"/>
          <p:cNvSpPr/>
          <p:nvPr/>
        </p:nvSpPr>
        <p:spPr>
          <a:xfrm>
            <a:off x="5515323" y="3561354"/>
            <a:ext cx="18978" cy="18978"/>
          </a:xfrm>
          <a:prstGeom prst="ellipse">
            <a:avLst/>
          </a:prstGeom>
          <a:solidFill>
            <a:srgbClr val="FFFFFF">
              <a:alpha val="10000"/>
            </a:srgbClr>
          </a:solidFill>
          <a:ln w="12700">
            <a:solidFill>
              <a:srgbClr val="FFFFFF"/>
            </a:solidFill>
            <a:prstDash val="solid"/>
          </a:ln>
        </p:spPr>
      </p:sp>
      <p:sp>
        <p:nvSpPr>
          <p:cNvPr id="51" name="Shape 49"/>
          <p:cNvSpPr/>
          <p:nvPr/>
        </p:nvSpPr>
        <p:spPr>
          <a:xfrm>
            <a:off x="8797484" y="3776937"/>
            <a:ext cx="16625" cy="16625"/>
          </a:xfrm>
          <a:prstGeom prst="ellipse">
            <a:avLst/>
          </a:prstGeom>
          <a:solidFill>
            <a:srgbClr val="FFFFFF">
              <a:alpha val="10000"/>
            </a:srgbClr>
          </a:solidFill>
          <a:ln w="12700">
            <a:solidFill>
              <a:srgbClr val="FFFFFF"/>
            </a:solidFill>
            <a:prstDash val="solid"/>
          </a:ln>
        </p:spPr>
      </p:sp>
      <p:sp>
        <p:nvSpPr>
          <p:cNvPr id="52" name="Shape 50"/>
          <p:cNvSpPr/>
          <p:nvPr/>
        </p:nvSpPr>
        <p:spPr>
          <a:xfrm>
            <a:off x="7476939" y="4927208"/>
            <a:ext cx="14581" cy="14581"/>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Gateway + Witness</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Observation and Truth</a:t>
            </a:r>
            <a:endParaRPr lang="en-US" sz="1000" dirty="0"/>
          </a:p>
        </p:txBody>
      </p:sp>
      <p:sp>
        <p:nvSpPr>
          <p:cNvPr id="93" name="Shape 91"/>
          <p:cNvSpPr/>
          <p:nvPr/>
        </p:nvSpPr>
        <p:spPr>
          <a:xfrm>
            <a:off x="2971800" y="1897380"/>
            <a:ext cx="1554480" cy="777240"/>
          </a:xfrm>
          <a:prstGeom prst="line">
            <a:avLst/>
          </a:prstGeom>
          <a:noFill/>
          <a:ln w="25400">
            <a:solidFill>
              <a:srgbClr val="00E5FF"/>
            </a:solidFill>
            <a:prstDash val="solid"/>
          </a:ln>
        </p:spPr>
      </p:sp>
      <p:sp>
        <p:nvSpPr>
          <p:cNvPr id="94" name="Shape 92"/>
          <p:cNvSpPr/>
          <p:nvPr/>
        </p:nvSpPr>
        <p:spPr>
          <a:xfrm>
            <a:off x="4526280" y="2674620"/>
            <a:ext cx="0" cy="777240"/>
          </a:xfrm>
          <a:prstGeom prst="line">
            <a:avLst/>
          </a:prstGeom>
          <a:noFill/>
          <a:ln w="25400">
            <a:solidFill>
              <a:srgbClr val="00E5FF"/>
            </a:solidFill>
            <a:prstDash val="solid"/>
          </a:ln>
        </p:spPr>
      </p:sp>
      <p:sp>
        <p:nvSpPr>
          <p:cNvPr id="95" name="Shape 93"/>
          <p:cNvSpPr/>
          <p:nvPr/>
        </p:nvSpPr>
        <p:spPr>
          <a:xfrm>
            <a:off x="4526280" y="3451860"/>
            <a:ext cx="-1554480" cy="777240"/>
          </a:xfrm>
          <a:prstGeom prst="line">
            <a:avLst/>
          </a:prstGeom>
          <a:noFill/>
          <a:ln w="25400">
            <a:solidFill>
              <a:srgbClr val="00E5FF"/>
            </a:solidFill>
            <a:prstDash val="solid"/>
          </a:ln>
        </p:spPr>
      </p:sp>
      <p:sp>
        <p:nvSpPr>
          <p:cNvPr id="96" name="Shape 94"/>
          <p:cNvSpPr/>
          <p:nvPr/>
        </p:nvSpPr>
        <p:spPr>
          <a:xfrm>
            <a:off x="2971800" y="4229100"/>
            <a:ext cx="-1554480" cy="-777240"/>
          </a:xfrm>
          <a:prstGeom prst="line">
            <a:avLst/>
          </a:prstGeom>
          <a:noFill/>
          <a:ln w="25400">
            <a:solidFill>
              <a:srgbClr val="00E5FF"/>
            </a:solidFill>
            <a:prstDash val="solid"/>
          </a:ln>
        </p:spPr>
      </p:sp>
      <p:sp>
        <p:nvSpPr>
          <p:cNvPr id="97" name="Shape 95"/>
          <p:cNvSpPr/>
          <p:nvPr/>
        </p:nvSpPr>
        <p:spPr>
          <a:xfrm>
            <a:off x="1417320" y="3451860"/>
            <a:ext cx="0" cy="-777240"/>
          </a:xfrm>
          <a:prstGeom prst="line">
            <a:avLst/>
          </a:prstGeom>
          <a:noFill/>
          <a:ln w="25400">
            <a:solidFill>
              <a:srgbClr val="00E5FF"/>
            </a:solidFill>
            <a:prstDash val="solid"/>
          </a:ln>
        </p:spPr>
      </p:sp>
      <p:sp>
        <p:nvSpPr>
          <p:cNvPr id="98" name="Shape 96"/>
          <p:cNvSpPr/>
          <p:nvPr/>
        </p:nvSpPr>
        <p:spPr>
          <a:xfrm>
            <a:off x="1417320" y="2674620"/>
            <a:ext cx="1554480" cy="-777240"/>
          </a:xfrm>
          <a:prstGeom prst="line">
            <a:avLst/>
          </a:prstGeom>
          <a:noFill/>
          <a:ln w="25400">
            <a:solidFill>
              <a:srgbClr val="00E5FF"/>
            </a:solidFill>
            <a:prstDash val="solid"/>
          </a:ln>
        </p:spPr>
      </p:sp>
      <p:sp>
        <p:nvSpPr>
          <p:cNvPr id="99" name="Shape 97"/>
          <p:cNvSpPr/>
          <p:nvPr/>
        </p:nvSpPr>
        <p:spPr>
          <a:xfrm>
            <a:off x="2606040" y="2080260"/>
            <a:ext cx="731520" cy="274320"/>
          </a:xfrm>
          <a:prstGeom prst="rect">
            <a:avLst/>
          </a:prstGeom>
          <a:solidFill>
            <a:srgbClr val="00E5FF">
              <a:alpha val="15000"/>
            </a:srgbClr>
          </a:solidFill>
          <a:ln w="25400">
            <a:solidFill>
              <a:srgbClr val="008B8B"/>
            </a:solidFill>
            <a:prstDash val="solid"/>
          </a:ln>
        </p:spPr>
      </p:sp>
      <p:sp>
        <p:nvSpPr>
          <p:cNvPr id="100" name="Text 98"/>
          <p:cNvSpPr/>
          <p:nvPr/>
        </p:nvSpPr>
        <p:spPr>
          <a:xfrm>
            <a:off x="2651760" y="2125980"/>
            <a:ext cx="640080" cy="91440"/>
          </a:xfrm>
          <a:prstGeom prst="rect">
            <a:avLst/>
          </a:prstGeom>
          <a:noFill/>
          <a:ln/>
        </p:spPr>
        <p:txBody>
          <a:bodyPr wrap="square" rtlCol="0" anchor="ctr"/>
          <a:lstStyle/>
          <a:p>
            <a:pPr algn="ctr" indent="0" marL="0">
              <a:buNone/>
            </a:pPr>
            <a:r>
              <a:rPr lang="en-US" sz="500" b="1" dirty="0">
                <a:solidFill>
                  <a:srgbClr val="008B8B"/>
                </a:solidFill>
              </a:rPr>
              <a:t>INGRESS</a:t>
            </a:r>
            <a:endParaRPr lang="en-US" sz="500" dirty="0"/>
          </a:p>
        </p:txBody>
      </p:sp>
      <p:sp>
        <p:nvSpPr>
          <p:cNvPr id="101" name="Shape 99"/>
          <p:cNvSpPr/>
          <p:nvPr/>
        </p:nvSpPr>
        <p:spPr>
          <a:xfrm>
            <a:off x="2697480" y="2880360"/>
            <a:ext cx="548640" cy="365760"/>
          </a:xfrm>
          <a:prstGeom prst="trapezoid">
            <a:avLst/>
          </a:prstGeom>
          <a:solidFill>
            <a:srgbClr val="00E5FF">
              <a:alpha val="15000"/>
            </a:srgbClr>
          </a:solidFill>
          <a:ln w="25400">
            <a:solidFill>
              <a:srgbClr val="008B8B"/>
            </a:solidFill>
            <a:prstDash val="solid"/>
          </a:ln>
        </p:spPr>
      </p:sp>
      <p:sp>
        <p:nvSpPr>
          <p:cNvPr id="102" name="Text 100"/>
          <p:cNvSpPr/>
          <p:nvPr/>
        </p:nvSpPr>
        <p:spPr>
          <a:xfrm>
            <a:off x="2743200" y="3017520"/>
            <a:ext cx="457200" cy="91440"/>
          </a:xfrm>
          <a:prstGeom prst="rect">
            <a:avLst/>
          </a:prstGeom>
          <a:noFill/>
          <a:ln/>
        </p:spPr>
        <p:txBody>
          <a:bodyPr wrap="square" rtlCol="0" anchor="ctr"/>
          <a:lstStyle/>
          <a:p>
            <a:pPr algn="ctr" indent="0" marL="0">
              <a:buNone/>
            </a:pPr>
            <a:r>
              <a:rPr lang="en-US" sz="500" b="1" dirty="0">
                <a:solidFill>
                  <a:srgbClr val="008B8B"/>
                </a:solidFill>
              </a:rPr>
              <a:t>INTAKE</a:t>
            </a:r>
            <a:endParaRPr lang="en-US" sz="500" dirty="0"/>
          </a:p>
        </p:txBody>
      </p:sp>
      <p:sp>
        <p:nvSpPr>
          <p:cNvPr id="103" name="Shape 101"/>
          <p:cNvSpPr/>
          <p:nvPr/>
        </p:nvSpPr>
        <p:spPr>
          <a:xfrm>
            <a:off x="2697480" y="3771900"/>
            <a:ext cx="548640" cy="274320"/>
          </a:xfrm>
          <a:prstGeom prst="rect">
            <a:avLst/>
          </a:prstGeom>
          <a:solidFill>
            <a:srgbClr val="00E5FF">
              <a:alpha val="15000"/>
            </a:srgbClr>
          </a:solidFill>
          <a:ln w="25400">
            <a:solidFill>
              <a:srgbClr val="008B8B"/>
            </a:solidFill>
            <a:prstDash val="solid"/>
          </a:ln>
        </p:spPr>
      </p:sp>
      <p:sp>
        <p:nvSpPr>
          <p:cNvPr id="104" name="Text 102"/>
          <p:cNvSpPr/>
          <p:nvPr/>
        </p:nvSpPr>
        <p:spPr>
          <a:xfrm>
            <a:off x="2743200" y="3817620"/>
            <a:ext cx="457200" cy="91440"/>
          </a:xfrm>
          <a:prstGeom prst="rect">
            <a:avLst/>
          </a:prstGeom>
          <a:noFill/>
          <a:ln/>
        </p:spPr>
        <p:txBody>
          <a:bodyPr wrap="square" rtlCol="0" anchor="ctr"/>
          <a:lstStyle/>
          <a:p>
            <a:pPr algn="ctr" indent="0" marL="0">
              <a:buNone/>
            </a:pPr>
            <a:r>
              <a:rPr lang="en-US" sz="500" b="1" dirty="0">
                <a:solidFill>
                  <a:srgbClr val="008B8B"/>
                </a:solidFill>
              </a:rPr>
              <a:t>EMISSION</a:t>
            </a:r>
            <a:endParaRPr lang="en-US" sz="500" dirty="0"/>
          </a:p>
        </p:txBody>
      </p:sp>
      <p:sp>
        <p:nvSpPr>
          <p:cNvPr id="105" name="Shape 103"/>
          <p:cNvSpPr/>
          <p:nvPr/>
        </p:nvSpPr>
        <p:spPr>
          <a:xfrm>
            <a:off x="3886200" y="1988820"/>
            <a:ext cx="548640" cy="109728"/>
          </a:xfrm>
          <a:prstGeom prst="rect">
            <a:avLst/>
          </a:prstGeom>
          <a:solidFill>
            <a:srgbClr val="008B8B">
              <a:alpha val="30000"/>
            </a:srgbClr>
          </a:solidFill>
          <a:ln w="12700">
            <a:solidFill>
              <a:srgbClr val="008B8B"/>
            </a:solidFill>
            <a:prstDash val="solid"/>
          </a:ln>
        </p:spPr>
      </p:sp>
      <p:sp>
        <p:nvSpPr>
          <p:cNvPr id="106" name="Text 104"/>
          <p:cNvSpPr/>
          <p:nvPr/>
        </p:nvSpPr>
        <p:spPr>
          <a:xfrm>
            <a:off x="3931920" y="2007108"/>
            <a:ext cx="45720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EXTERNAL</a:t>
            </a:r>
            <a:endParaRPr lang="en-US" sz="400" dirty="0"/>
          </a:p>
        </p:txBody>
      </p:sp>
      <p:sp>
        <p:nvSpPr>
          <p:cNvPr id="107" name="Text 105"/>
          <p:cNvSpPr/>
          <p:nvPr/>
        </p:nvSpPr>
        <p:spPr>
          <a:xfrm>
            <a:off x="2697480" y="3291840"/>
            <a:ext cx="548640" cy="137160"/>
          </a:xfrm>
          <a:prstGeom prst="rect">
            <a:avLst/>
          </a:prstGeom>
          <a:noFill/>
          <a:ln/>
        </p:spPr>
        <p:txBody>
          <a:bodyPr wrap="square" rtlCol="0" anchor="ctr"/>
          <a:lstStyle/>
          <a:p>
            <a:pPr algn="ctr" indent="0" marL="0">
              <a:buNone/>
            </a:pPr>
            <a:r>
              <a:rPr lang="en-US" sz="900" b="1" dirty="0">
                <a:solidFill>
                  <a:srgbClr val="00E5FF"/>
                </a:solidFill>
              </a:rPr>
              <a:t>GATEWAY</a:t>
            </a:r>
            <a:endParaRPr lang="en-US" sz="900" dirty="0"/>
          </a:p>
        </p:txBody>
      </p:sp>
      <p:sp>
        <p:nvSpPr>
          <p:cNvPr id="108" name="Shape 106"/>
          <p:cNvSpPr/>
          <p:nvPr/>
        </p:nvSpPr>
        <p:spPr>
          <a:xfrm>
            <a:off x="5074920" y="2331720"/>
            <a:ext cx="2194560" cy="1463040"/>
          </a:xfrm>
          <a:prstGeom prst="ellipse">
            <a:avLst/>
          </a:prstGeom>
          <a:solidFill>
            <a:srgbClr val="FFC400">
              <a:alpha val="15000"/>
            </a:srgbClr>
          </a:solidFill>
          <a:ln w="38100">
            <a:solidFill>
              <a:srgbClr val="FFC400"/>
            </a:solidFill>
            <a:prstDash val="solid"/>
          </a:ln>
        </p:spPr>
      </p:sp>
      <p:sp>
        <p:nvSpPr>
          <p:cNvPr id="109" name="Text 107"/>
          <p:cNvSpPr/>
          <p:nvPr/>
        </p:nvSpPr>
        <p:spPr>
          <a:xfrm>
            <a:off x="5623560" y="2971800"/>
            <a:ext cx="1097280" cy="182880"/>
          </a:xfrm>
          <a:prstGeom prst="rect">
            <a:avLst/>
          </a:prstGeom>
          <a:noFill/>
          <a:ln/>
        </p:spPr>
        <p:txBody>
          <a:bodyPr wrap="square" rtlCol="0" anchor="ctr"/>
          <a:lstStyle/>
          <a:p>
            <a:pPr algn="ctr" indent="0" marL="0">
              <a:buNone/>
            </a:pPr>
            <a:r>
              <a:rPr lang="en-US" sz="700" b="1" dirty="0">
                <a:solidFill>
                  <a:srgbClr val="FFC400"/>
                </a:solidFill>
              </a:rPr>
              <a:t>EVIDENCE CORE</a:t>
            </a:r>
            <a:endParaRPr lang="en-US" sz="700" dirty="0"/>
          </a:p>
        </p:txBody>
      </p:sp>
      <p:sp>
        <p:nvSpPr>
          <p:cNvPr id="110" name="Shape 108"/>
          <p:cNvSpPr/>
          <p:nvPr/>
        </p:nvSpPr>
        <p:spPr>
          <a:xfrm>
            <a:off x="4782312" y="2132015"/>
            <a:ext cx="2779776" cy="1862450"/>
          </a:xfrm>
          <a:prstGeom prst="ellipse">
            <a:avLst/>
          </a:prstGeom>
          <a:solidFill>
            <a:srgbClr val="FFC400">
              <a:alpha val="5000"/>
            </a:srgbClr>
          </a:solidFill>
          <a:ln w="25400">
            <a:solidFill>
              <a:srgbClr val="FF8C00"/>
            </a:solidFill>
            <a:prstDash val="dash"/>
          </a:ln>
        </p:spPr>
      </p:sp>
      <p:sp>
        <p:nvSpPr>
          <p:cNvPr id="111" name="Shape 109"/>
          <p:cNvSpPr/>
          <p:nvPr/>
        </p:nvSpPr>
        <p:spPr>
          <a:xfrm>
            <a:off x="4489704" y="1935968"/>
            <a:ext cx="3364992" cy="2254545"/>
          </a:xfrm>
          <a:prstGeom prst="ellipse">
            <a:avLst/>
          </a:prstGeom>
          <a:solidFill>
            <a:srgbClr val="FFC400">
              <a:alpha val="5000"/>
            </a:srgbClr>
          </a:solidFill>
          <a:ln w="25400">
            <a:solidFill>
              <a:srgbClr val="FF8C00"/>
            </a:solidFill>
            <a:prstDash val="dash"/>
          </a:ln>
        </p:spPr>
      </p:sp>
      <p:sp>
        <p:nvSpPr>
          <p:cNvPr id="112" name="Shape 110"/>
          <p:cNvSpPr/>
          <p:nvPr/>
        </p:nvSpPr>
        <p:spPr>
          <a:xfrm>
            <a:off x="4197096" y="1739920"/>
            <a:ext cx="3950208" cy="2646639"/>
          </a:xfrm>
          <a:prstGeom prst="ellipse">
            <a:avLst/>
          </a:prstGeom>
          <a:solidFill>
            <a:srgbClr val="FFC400">
              <a:alpha val="5000"/>
            </a:srgbClr>
          </a:solidFill>
          <a:ln w="25400">
            <a:solidFill>
              <a:srgbClr val="FF8C00"/>
            </a:solidFill>
            <a:prstDash val="dash"/>
          </a:ln>
        </p:spPr>
      </p:sp>
      <p:sp>
        <p:nvSpPr>
          <p:cNvPr id="113" name="Shape 111"/>
          <p:cNvSpPr/>
          <p:nvPr/>
        </p:nvSpPr>
        <p:spPr>
          <a:xfrm>
            <a:off x="4032504" y="1629644"/>
            <a:ext cx="4279392" cy="2867193"/>
          </a:xfrm>
          <a:prstGeom prst="ellipse">
            <a:avLst/>
          </a:prstGeom>
          <a:solidFill>
            <a:srgbClr val="FFC400">
              <a:alpha val="3000"/>
            </a:srgbClr>
          </a:solidFill>
          <a:ln w="12700">
            <a:solidFill>
              <a:srgbClr val="FF8C00"/>
            </a:solidFill>
            <a:prstDash val="dash"/>
          </a:ln>
        </p:spPr>
      </p:sp>
      <p:sp>
        <p:nvSpPr>
          <p:cNvPr id="114" name="Shape 112"/>
          <p:cNvSpPr/>
          <p:nvPr/>
        </p:nvSpPr>
        <p:spPr>
          <a:xfrm>
            <a:off x="5660136" y="1325880"/>
            <a:ext cx="1024128" cy="320040"/>
          </a:xfrm>
          <a:prstGeom prst="rect">
            <a:avLst/>
          </a:prstGeom>
          <a:solidFill>
            <a:srgbClr val="FFC400">
              <a:alpha val="15000"/>
            </a:srgbClr>
          </a:solidFill>
          <a:ln w="25400">
            <a:solidFill>
              <a:srgbClr val="FF8C00"/>
            </a:solidFill>
            <a:prstDash val="solid"/>
          </a:ln>
        </p:spPr>
      </p:sp>
      <p:sp>
        <p:nvSpPr>
          <p:cNvPr id="115" name="Text 113"/>
          <p:cNvSpPr/>
          <p:nvPr/>
        </p:nvSpPr>
        <p:spPr>
          <a:xfrm>
            <a:off x="5724144" y="1417320"/>
            <a:ext cx="896112" cy="96012"/>
          </a:xfrm>
          <a:prstGeom prst="rect">
            <a:avLst/>
          </a:prstGeom>
          <a:noFill/>
          <a:ln/>
        </p:spPr>
        <p:txBody>
          <a:bodyPr wrap="square" rtlCol="0" anchor="ctr"/>
          <a:lstStyle/>
          <a:p>
            <a:pPr algn="ctr" indent="0" marL="0">
              <a:buNone/>
            </a:pPr>
            <a:r>
              <a:rPr lang="en-US" sz="500" b="1" dirty="0">
                <a:solidFill>
                  <a:srgbClr val="FF8C00"/>
                </a:solidFill>
              </a:rPr>
              <a:t>CAUSAL OBSERVATORY</a:t>
            </a:r>
            <a:endParaRPr lang="en-US" sz="500" dirty="0"/>
          </a:p>
        </p:txBody>
      </p:sp>
      <p:sp>
        <p:nvSpPr>
          <p:cNvPr id="116" name="Shape 114"/>
          <p:cNvSpPr/>
          <p:nvPr/>
        </p:nvSpPr>
        <p:spPr>
          <a:xfrm>
            <a:off x="5897880" y="4709160"/>
            <a:ext cx="457200" cy="182880"/>
          </a:xfrm>
          <a:prstGeom prst="rect">
            <a:avLst/>
          </a:prstGeom>
          <a:solidFill>
            <a:srgbClr val="FFC400">
              <a:alpha val="15000"/>
            </a:srgbClr>
          </a:solidFill>
          <a:ln w="25400">
            <a:solidFill>
              <a:srgbClr val="FF8C00"/>
            </a:solidFill>
            <a:prstDash val="solid"/>
          </a:ln>
        </p:spPr>
      </p:sp>
      <p:sp>
        <p:nvSpPr>
          <p:cNvPr id="117" name="Text 115"/>
          <p:cNvSpPr/>
          <p:nvPr/>
        </p:nvSpPr>
        <p:spPr>
          <a:xfrm>
            <a:off x="598932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1</a:t>
            </a:r>
            <a:endParaRPr lang="en-US" sz="400" dirty="0"/>
          </a:p>
        </p:txBody>
      </p:sp>
      <p:sp>
        <p:nvSpPr>
          <p:cNvPr id="118" name="Shape 116"/>
          <p:cNvSpPr/>
          <p:nvPr/>
        </p:nvSpPr>
        <p:spPr>
          <a:xfrm>
            <a:off x="6446520" y="4709160"/>
            <a:ext cx="457200" cy="182880"/>
          </a:xfrm>
          <a:prstGeom prst="rect">
            <a:avLst/>
          </a:prstGeom>
          <a:solidFill>
            <a:srgbClr val="FFC400">
              <a:alpha val="15000"/>
            </a:srgbClr>
          </a:solidFill>
          <a:ln w="25400">
            <a:solidFill>
              <a:srgbClr val="FF8C00"/>
            </a:solidFill>
            <a:prstDash val="solid"/>
          </a:ln>
        </p:spPr>
      </p:sp>
      <p:sp>
        <p:nvSpPr>
          <p:cNvPr id="119" name="Text 117"/>
          <p:cNvSpPr/>
          <p:nvPr/>
        </p:nvSpPr>
        <p:spPr>
          <a:xfrm>
            <a:off x="653796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2</a:t>
            </a:r>
            <a:endParaRPr lang="en-US" sz="400" dirty="0"/>
          </a:p>
        </p:txBody>
      </p:sp>
      <p:sp>
        <p:nvSpPr>
          <p:cNvPr id="120" name="Shape 118"/>
          <p:cNvSpPr/>
          <p:nvPr/>
        </p:nvSpPr>
        <p:spPr>
          <a:xfrm>
            <a:off x="8001000" y="4434840"/>
            <a:ext cx="548640" cy="457200"/>
          </a:xfrm>
          <a:prstGeom prst="rect">
            <a:avLst/>
          </a:prstGeom>
          <a:solidFill>
            <a:srgbClr val="FF0000">
              <a:alpha val="20000"/>
            </a:srgbClr>
          </a:solidFill>
          <a:ln w="25400">
            <a:solidFill>
              <a:srgbClr val="FF0000"/>
            </a:solidFill>
            <a:prstDash val="solid"/>
          </a:ln>
        </p:spPr>
      </p:sp>
      <p:sp>
        <p:nvSpPr>
          <p:cNvPr id="121" name="Text 119"/>
          <p:cNvSpPr/>
          <p:nvPr/>
        </p:nvSpPr>
        <p:spPr>
          <a:xfrm>
            <a:off x="8046720" y="4480560"/>
            <a:ext cx="457200" cy="91440"/>
          </a:xfrm>
          <a:prstGeom prst="rect">
            <a:avLst/>
          </a:prstGeom>
          <a:noFill/>
          <a:ln/>
        </p:spPr>
        <p:txBody>
          <a:bodyPr wrap="square" rtlCol="0" anchor="ctr"/>
          <a:lstStyle/>
          <a:p>
            <a:pPr algn="ctr" indent="0" marL="0">
              <a:buNone/>
            </a:pPr>
            <a:r>
              <a:rPr lang="en-US" sz="400" b="1" dirty="0">
                <a:solidFill>
                  <a:srgbClr val="FF0000"/>
                </a:solidFill>
              </a:rPr>
              <a:t>REJECTION</a:t>
            </a:r>
            <a:endParaRPr lang="en-US" sz="400" dirty="0"/>
          </a:p>
        </p:txBody>
      </p:sp>
      <p:sp>
        <p:nvSpPr>
          <p:cNvPr id="122" name="Shape 120"/>
          <p:cNvSpPr/>
          <p:nvPr/>
        </p:nvSpPr>
        <p:spPr>
          <a:xfrm>
            <a:off x="5806440" y="1234440"/>
            <a:ext cx="731520" cy="182880"/>
          </a:xfrm>
          <a:prstGeom prst="rect">
            <a:avLst/>
          </a:prstGeom>
          <a:solidFill>
            <a:srgbClr val="FF8C00">
              <a:alpha val="30000"/>
            </a:srgbClr>
          </a:solidFill>
          <a:ln w="12700">
            <a:solidFill>
              <a:srgbClr val="FF8C00"/>
            </a:solidFill>
            <a:prstDash val="solid"/>
          </a:ln>
        </p:spPr>
      </p:sp>
      <p:sp>
        <p:nvSpPr>
          <p:cNvPr id="123" name="Text 121"/>
          <p:cNvSpPr/>
          <p:nvPr/>
        </p:nvSpPr>
        <p:spPr>
          <a:xfrm>
            <a:off x="5852160" y="1252728"/>
            <a:ext cx="640080" cy="13716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KERNEL</a:t>
            </a:r>
            <a:endParaRPr lang="en-US" sz="500" dirty="0"/>
          </a:p>
        </p:txBody>
      </p:sp>
      <p:sp>
        <p:nvSpPr>
          <p:cNvPr id="124" name="Text 122"/>
          <p:cNvSpPr/>
          <p:nvPr/>
        </p:nvSpPr>
        <p:spPr>
          <a:xfrm>
            <a:off x="5897880" y="3520440"/>
            <a:ext cx="548640" cy="137160"/>
          </a:xfrm>
          <a:prstGeom prst="rect">
            <a:avLst/>
          </a:prstGeom>
          <a:noFill/>
          <a:ln/>
        </p:spPr>
        <p:txBody>
          <a:bodyPr wrap="square" rtlCol="0" anchor="ctr"/>
          <a:lstStyle/>
          <a:p>
            <a:pPr algn="ctr" indent="0" marL="0">
              <a:buNone/>
            </a:pPr>
            <a:r>
              <a:rPr lang="en-US" sz="1200" b="1" dirty="0">
                <a:solidFill>
                  <a:srgbClr val="FFC400"/>
                </a:solidFill>
              </a:rPr>
              <a:t>WITNESS</a:t>
            </a:r>
            <a:endParaRPr lang="en-US" sz="1200" dirty="0"/>
          </a:p>
        </p:txBody>
      </p:sp>
      <p:sp>
        <p:nvSpPr>
          <p:cNvPr id="125" name="Shape 123"/>
          <p:cNvSpPr/>
          <p:nvPr/>
        </p:nvSpPr>
        <p:spPr>
          <a:xfrm>
            <a:off x="3017520" y="3108960"/>
            <a:ext cx="3200400" cy="0"/>
          </a:xfrm>
          <a:prstGeom prst="line">
            <a:avLst/>
          </a:prstGeom>
          <a:noFill/>
          <a:ln w="25400">
            <a:solidFill>
              <a:srgbClr val="00E5FF"/>
            </a:solidFill>
            <a:prstDash val="solid"/>
          </a:ln>
        </p:spPr>
      </p:sp>
      <p:sp>
        <p:nvSpPr>
          <p:cNvPr id="126" name="Shape 124"/>
          <p:cNvSpPr/>
          <p:nvPr/>
        </p:nvSpPr>
        <p:spPr>
          <a:xfrm>
            <a:off x="5989320" y="3063240"/>
            <a:ext cx="91440" cy="91440"/>
          </a:xfrm>
          <a:prstGeom prst="triangle">
            <a:avLst/>
          </a:prstGeom>
          <a:solidFill>
            <a:srgbClr val="00E5FF">
              <a:alpha val="30000"/>
            </a:srgbClr>
          </a:solidFill>
          <a:ln w="25400">
            <a:solidFill>
              <a:srgbClr val="00E5FF"/>
            </a:solidFill>
            <a:prstDash val="solid"/>
          </a:ln>
        </p:spPr>
      </p:sp>
      <p:sp>
        <p:nvSpPr>
          <p:cNvPr id="127" name="Shape 125"/>
          <p:cNvSpPr/>
          <p:nvPr/>
        </p:nvSpPr>
        <p:spPr>
          <a:xfrm>
            <a:off x="3589020" y="2926080"/>
            <a:ext cx="365760" cy="274320"/>
          </a:xfrm>
          <a:prstGeom prst="ellipse">
            <a:avLst/>
          </a:prstGeom>
          <a:solidFill>
            <a:srgbClr val="1A1A1F">
              <a:alpha val="10000"/>
            </a:srgbClr>
          </a:solidFill>
          <a:ln w="19050">
            <a:solidFill>
              <a:srgbClr val="00E5FF"/>
            </a:solidFill>
            <a:prstDash val="solid"/>
          </a:ln>
        </p:spPr>
      </p:sp>
      <p:sp>
        <p:nvSpPr>
          <p:cNvPr id="128" name="Text 126"/>
          <p:cNvSpPr/>
          <p:nvPr/>
        </p:nvSpPr>
        <p:spPr>
          <a:xfrm>
            <a:off x="3607308" y="2953512"/>
            <a:ext cx="32918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129" name="Shape 127"/>
          <p:cNvSpPr/>
          <p:nvPr/>
        </p:nvSpPr>
        <p:spPr>
          <a:xfrm>
            <a:off x="3918204" y="3163824"/>
            <a:ext cx="27432" cy="27432"/>
          </a:xfrm>
          <a:prstGeom prst="ellipse">
            <a:avLst/>
          </a:prstGeom>
          <a:solidFill>
            <a:srgbClr val="FF0000">
              <a:alpha val="30000"/>
            </a:srgbClr>
          </a:solidFill>
          <a:ln w="12700">
            <a:solidFill>
              <a:srgbClr val="FF0000"/>
            </a:solidFill>
            <a:prstDash val="solid"/>
          </a:ln>
        </p:spPr>
      </p:sp>
      <p:sp>
        <p:nvSpPr>
          <p:cNvPr id="130" name="Shape 128"/>
          <p:cNvSpPr/>
          <p:nvPr/>
        </p:nvSpPr>
        <p:spPr>
          <a:xfrm>
            <a:off x="4389120" y="2926080"/>
            <a:ext cx="365760" cy="274320"/>
          </a:xfrm>
          <a:prstGeom prst="ellipse">
            <a:avLst/>
          </a:prstGeom>
          <a:solidFill>
            <a:srgbClr val="1A1A1F">
              <a:alpha val="10000"/>
            </a:srgbClr>
          </a:solidFill>
          <a:ln w="19050">
            <a:solidFill>
              <a:srgbClr val="00E5FF"/>
            </a:solidFill>
            <a:prstDash val="solid"/>
          </a:ln>
        </p:spPr>
      </p:sp>
      <p:sp>
        <p:nvSpPr>
          <p:cNvPr id="131" name="Text 129"/>
          <p:cNvSpPr/>
          <p:nvPr/>
        </p:nvSpPr>
        <p:spPr>
          <a:xfrm>
            <a:off x="4407408" y="2953512"/>
            <a:ext cx="32918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132" name="Shape 130"/>
          <p:cNvSpPr/>
          <p:nvPr/>
        </p:nvSpPr>
        <p:spPr>
          <a:xfrm>
            <a:off x="4718304" y="3163824"/>
            <a:ext cx="27432" cy="27432"/>
          </a:xfrm>
          <a:prstGeom prst="ellipse">
            <a:avLst/>
          </a:prstGeom>
          <a:solidFill>
            <a:srgbClr val="FF0000">
              <a:alpha val="30000"/>
            </a:srgbClr>
          </a:solidFill>
          <a:ln w="12700">
            <a:solidFill>
              <a:srgbClr val="FF0000"/>
            </a:solidFill>
            <a:prstDash val="solid"/>
          </a:ln>
        </p:spPr>
      </p:sp>
      <p:sp>
        <p:nvSpPr>
          <p:cNvPr id="133" name="Shape 131"/>
          <p:cNvSpPr/>
          <p:nvPr/>
        </p:nvSpPr>
        <p:spPr>
          <a:xfrm>
            <a:off x="5189220" y="2926080"/>
            <a:ext cx="365760" cy="274320"/>
          </a:xfrm>
          <a:prstGeom prst="ellipse">
            <a:avLst/>
          </a:prstGeom>
          <a:solidFill>
            <a:srgbClr val="1A1A1F">
              <a:alpha val="10000"/>
            </a:srgbClr>
          </a:solidFill>
          <a:ln w="19050">
            <a:solidFill>
              <a:srgbClr val="00E5FF"/>
            </a:solidFill>
            <a:prstDash val="solid"/>
          </a:ln>
        </p:spPr>
      </p:sp>
      <p:sp>
        <p:nvSpPr>
          <p:cNvPr id="134" name="Text 132"/>
          <p:cNvSpPr/>
          <p:nvPr/>
        </p:nvSpPr>
        <p:spPr>
          <a:xfrm>
            <a:off x="5207508" y="2953512"/>
            <a:ext cx="32918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135" name="Shape 133"/>
          <p:cNvSpPr/>
          <p:nvPr/>
        </p:nvSpPr>
        <p:spPr>
          <a:xfrm>
            <a:off x="5518404" y="3163824"/>
            <a:ext cx="27432" cy="27432"/>
          </a:xfrm>
          <a:prstGeom prst="ellipse">
            <a:avLst/>
          </a:prstGeom>
          <a:solidFill>
            <a:srgbClr val="FF0000">
              <a:alpha val="30000"/>
            </a:srgbClr>
          </a:solidFill>
          <a:ln w="12700">
            <a:solidFill>
              <a:srgbClr val="FF0000"/>
            </a:solidFill>
            <a:prstDash val="solid"/>
          </a:ln>
        </p:spPr>
      </p:sp>
      <p:sp>
        <p:nvSpPr>
          <p:cNvPr id="136" name="Shape 134"/>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137" name="Text 135"/>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138" name="Shape 136"/>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139" name="Shape 137"/>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140" name="Text 138"/>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141" name="Shape 139"/>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142" name="Shape 140"/>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143" name="Shape 141"/>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144" name="Text 142"/>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145" name="Shape 143"/>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146" name="Text 144"/>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147" name="Shape 145"/>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148" name="Text 146"/>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149" name="Text 147"/>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Gateway receives external events. Witness validates them as ground truth. Only evidence-bearing packets flow between districts. Witness is the largest structure - a constitutional observatory.</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7759730" y="5279739"/>
            <a:ext cx="18728" cy="18728"/>
          </a:xfrm>
          <a:prstGeom prst="ellipse">
            <a:avLst/>
          </a:prstGeom>
          <a:solidFill>
            <a:srgbClr val="FFFFFF">
              <a:alpha val="10000"/>
            </a:srgbClr>
          </a:solidFill>
          <a:ln w="12700">
            <a:solidFill>
              <a:srgbClr val="FFFFFF"/>
            </a:solidFill>
            <a:prstDash val="solid"/>
          </a:ln>
        </p:spPr>
      </p:sp>
      <p:sp>
        <p:nvSpPr>
          <p:cNvPr id="4" name="Shape 2"/>
          <p:cNvSpPr/>
          <p:nvPr/>
        </p:nvSpPr>
        <p:spPr>
          <a:xfrm>
            <a:off x="7913757" y="553481"/>
            <a:ext cx="15638" cy="15638"/>
          </a:xfrm>
          <a:prstGeom prst="ellipse">
            <a:avLst/>
          </a:prstGeom>
          <a:solidFill>
            <a:srgbClr val="FFFFFF">
              <a:alpha val="10000"/>
            </a:srgbClr>
          </a:solidFill>
          <a:ln w="12700">
            <a:solidFill>
              <a:srgbClr val="FFFFFF"/>
            </a:solidFill>
            <a:prstDash val="solid"/>
          </a:ln>
        </p:spPr>
      </p:sp>
      <p:sp>
        <p:nvSpPr>
          <p:cNvPr id="5" name="Shape 3"/>
          <p:cNvSpPr/>
          <p:nvPr/>
        </p:nvSpPr>
        <p:spPr>
          <a:xfrm>
            <a:off x="563373" y="40337"/>
            <a:ext cx="22659" cy="22659"/>
          </a:xfrm>
          <a:prstGeom prst="ellipse">
            <a:avLst/>
          </a:prstGeom>
          <a:solidFill>
            <a:srgbClr val="FFFFFF">
              <a:alpha val="10000"/>
            </a:srgbClr>
          </a:solidFill>
          <a:ln w="12700">
            <a:solidFill>
              <a:srgbClr val="FFFFFF"/>
            </a:solidFill>
            <a:prstDash val="solid"/>
          </a:ln>
        </p:spPr>
      </p:sp>
      <p:sp>
        <p:nvSpPr>
          <p:cNvPr id="6" name="Shape 4"/>
          <p:cNvSpPr/>
          <p:nvPr/>
        </p:nvSpPr>
        <p:spPr>
          <a:xfrm>
            <a:off x="4584475" y="4463537"/>
            <a:ext cx="17132" cy="17132"/>
          </a:xfrm>
          <a:prstGeom prst="ellipse">
            <a:avLst/>
          </a:prstGeom>
          <a:solidFill>
            <a:srgbClr val="FFFFFF">
              <a:alpha val="10000"/>
            </a:srgbClr>
          </a:solidFill>
          <a:ln w="12700">
            <a:solidFill>
              <a:srgbClr val="FFFFFF"/>
            </a:solidFill>
            <a:prstDash val="solid"/>
          </a:ln>
        </p:spPr>
      </p:sp>
      <p:sp>
        <p:nvSpPr>
          <p:cNvPr id="7" name="Shape 5"/>
          <p:cNvSpPr/>
          <p:nvPr/>
        </p:nvSpPr>
        <p:spPr>
          <a:xfrm>
            <a:off x="2779450" y="6304463"/>
            <a:ext cx="17343" cy="17343"/>
          </a:xfrm>
          <a:prstGeom prst="ellipse">
            <a:avLst/>
          </a:prstGeom>
          <a:solidFill>
            <a:srgbClr val="FFFFFF">
              <a:alpha val="10000"/>
            </a:srgbClr>
          </a:solidFill>
          <a:ln w="12700">
            <a:solidFill>
              <a:srgbClr val="FFFFFF"/>
            </a:solidFill>
            <a:prstDash val="solid"/>
          </a:ln>
        </p:spPr>
      </p:sp>
      <p:sp>
        <p:nvSpPr>
          <p:cNvPr id="8" name="Shape 6"/>
          <p:cNvSpPr/>
          <p:nvPr/>
        </p:nvSpPr>
        <p:spPr>
          <a:xfrm>
            <a:off x="768551" y="2107710"/>
            <a:ext cx="31378" cy="31378"/>
          </a:xfrm>
          <a:prstGeom prst="ellipse">
            <a:avLst/>
          </a:prstGeom>
          <a:solidFill>
            <a:srgbClr val="FFFFFF">
              <a:alpha val="10000"/>
            </a:srgbClr>
          </a:solidFill>
          <a:ln w="12700">
            <a:solidFill>
              <a:srgbClr val="FFFFFF"/>
            </a:solidFill>
            <a:prstDash val="solid"/>
          </a:ln>
        </p:spPr>
      </p:sp>
      <p:sp>
        <p:nvSpPr>
          <p:cNvPr id="9" name="Shape 7"/>
          <p:cNvSpPr/>
          <p:nvPr/>
        </p:nvSpPr>
        <p:spPr>
          <a:xfrm>
            <a:off x="6363181" y="1507154"/>
            <a:ext cx="15146" cy="15146"/>
          </a:xfrm>
          <a:prstGeom prst="ellipse">
            <a:avLst/>
          </a:prstGeom>
          <a:solidFill>
            <a:srgbClr val="FFFFFF">
              <a:alpha val="10000"/>
            </a:srgbClr>
          </a:solidFill>
          <a:ln w="12700">
            <a:solidFill>
              <a:srgbClr val="FFFFFF"/>
            </a:solidFill>
            <a:prstDash val="solid"/>
          </a:ln>
        </p:spPr>
      </p:sp>
      <p:sp>
        <p:nvSpPr>
          <p:cNvPr id="10" name="Shape 8"/>
          <p:cNvSpPr/>
          <p:nvPr/>
        </p:nvSpPr>
        <p:spPr>
          <a:xfrm>
            <a:off x="5913325" y="3416479"/>
            <a:ext cx="11227" cy="11227"/>
          </a:xfrm>
          <a:prstGeom prst="ellipse">
            <a:avLst/>
          </a:prstGeom>
          <a:solidFill>
            <a:srgbClr val="FFFFFF">
              <a:alpha val="10000"/>
            </a:srgbClr>
          </a:solidFill>
          <a:ln w="12700">
            <a:solidFill>
              <a:srgbClr val="FFFFFF"/>
            </a:solidFill>
            <a:prstDash val="solid"/>
          </a:ln>
        </p:spPr>
      </p:sp>
      <p:sp>
        <p:nvSpPr>
          <p:cNvPr id="11" name="Shape 9"/>
          <p:cNvSpPr/>
          <p:nvPr/>
        </p:nvSpPr>
        <p:spPr>
          <a:xfrm>
            <a:off x="3668821" y="2707420"/>
            <a:ext cx="10210" cy="10210"/>
          </a:xfrm>
          <a:prstGeom prst="ellipse">
            <a:avLst/>
          </a:prstGeom>
          <a:solidFill>
            <a:srgbClr val="FFFFFF">
              <a:alpha val="10000"/>
            </a:srgbClr>
          </a:solidFill>
          <a:ln w="12700">
            <a:solidFill>
              <a:srgbClr val="FFFFFF"/>
            </a:solidFill>
            <a:prstDash val="solid"/>
          </a:ln>
        </p:spPr>
      </p:sp>
      <p:sp>
        <p:nvSpPr>
          <p:cNvPr id="12" name="Shape 10"/>
          <p:cNvSpPr/>
          <p:nvPr/>
        </p:nvSpPr>
        <p:spPr>
          <a:xfrm>
            <a:off x="6482573" y="4653353"/>
            <a:ext cx="17060" cy="17060"/>
          </a:xfrm>
          <a:prstGeom prst="ellipse">
            <a:avLst/>
          </a:prstGeom>
          <a:solidFill>
            <a:srgbClr val="FFFFFF">
              <a:alpha val="10000"/>
            </a:srgbClr>
          </a:solidFill>
          <a:ln w="12700">
            <a:solidFill>
              <a:srgbClr val="FFFFFF"/>
            </a:solidFill>
            <a:prstDash val="solid"/>
          </a:ln>
        </p:spPr>
      </p:sp>
      <p:sp>
        <p:nvSpPr>
          <p:cNvPr id="13" name="Shape 11"/>
          <p:cNvSpPr/>
          <p:nvPr/>
        </p:nvSpPr>
        <p:spPr>
          <a:xfrm>
            <a:off x="8617168" y="734941"/>
            <a:ext cx="33521" cy="33521"/>
          </a:xfrm>
          <a:prstGeom prst="ellipse">
            <a:avLst/>
          </a:prstGeom>
          <a:solidFill>
            <a:srgbClr val="FFFFFF">
              <a:alpha val="10000"/>
            </a:srgbClr>
          </a:solidFill>
          <a:ln w="12700">
            <a:solidFill>
              <a:srgbClr val="FFFFFF"/>
            </a:solidFill>
            <a:prstDash val="solid"/>
          </a:ln>
        </p:spPr>
      </p:sp>
      <p:sp>
        <p:nvSpPr>
          <p:cNvPr id="14" name="Shape 12"/>
          <p:cNvSpPr/>
          <p:nvPr/>
        </p:nvSpPr>
        <p:spPr>
          <a:xfrm>
            <a:off x="2034214" y="2064842"/>
            <a:ext cx="32051" cy="32051"/>
          </a:xfrm>
          <a:prstGeom prst="ellipse">
            <a:avLst/>
          </a:prstGeom>
          <a:solidFill>
            <a:srgbClr val="FFFFFF">
              <a:alpha val="10000"/>
            </a:srgbClr>
          </a:solidFill>
          <a:ln w="12700">
            <a:solidFill>
              <a:srgbClr val="FFFFFF"/>
            </a:solidFill>
            <a:prstDash val="solid"/>
          </a:ln>
        </p:spPr>
      </p:sp>
      <p:sp>
        <p:nvSpPr>
          <p:cNvPr id="15" name="Shape 13"/>
          <p:cNvSpPr/>
          <p:nvPr/>
        </p:nvSpPr>
        <p:spPr>
          <a:xfrm>
            <a:off x="232664" y="3769847"/>
            <a:ext cx="27348" cy="27348"/>
          </a:xfrm>
          <a:prstGeom prst="ellipse">
            <a:avLst/>
          </a:prstGeom>
          <a:solidFill>
            <a:srgbClr val="FFFFFF">
              <a:alpha val="10000"/>
            </a:srgbClr>
          </a:solidFill>
          <a:ln w="12700">
            <a:solidFill>
              <a:srgbClr val="FFFFFF"/>
            </a:solidFill>
            <a:prstDash val="solid"/>
          </a:ln>
        </p:spPr>
      </p:sp>
      <p:sp>
        <p:nvSpPr>
          <p:cNvPr id="16" name="Shape 14"/>
          <p:cNvSpPr/>
          <p:nvPr/>
        </p:nvSpPr>
        <p:spPr>
          <a:xfrm>
            <a:off x="4078004" y="6485157"/>
            <a:ext cx="36003" cy="36003"/>
          </a:xfrm>
          <a:prstGeom prst="ellipse">
            <a:avLst/>
          </a:prstGeom>
          <a:solidFill>
            <a:srgbClr val="FFFFFF">
              <a:alpha val="10000"/>
            </a:srgbClr>
          </a:solidFill>
          <a:ln w="12700">
            <a:solidFill>
              <a:srgbClr val="FFFFFF"/>
            </a:solidFill>
            <a:prstDash val="solid"/>
          </a:ln>
        </p:spPr>
      </p:sp>
      <p:sp>
        <p:nvSpPr>
          <p:cNvPr id="17" name="Shape 15"/>
          <p:cNvSpPr/>
          <p:nvPr/>
        </p:nvSpPr>
        <p:spPr>
          <a:xfrm>
            <a:off x="223978" y="1294306"/>
            <a:ext cx="28244" cy="28244"/>
          </a:xfrm>
          <a:prstGeom prst="ellipse">
            <a:avLst/>
          </a:prstGeom>
          <a:solidFill>
            <a:srgbClr val="FFFFFF">
              <a:alpha val="10000"/>
            </a:srgbClr>
          </a:solidFill>
          <a:ln w="12700">
            <a:solidFill>
              <a:srgbClr val="FFFFFF"/>
            </a:solidFill>
            <a:prstDash val="solid"/>
          </a:ln>
        </p:spPr>
      </p:sp>
      <p:sp>
        <p:nvSpPr>
          <p:cNvPr id="18" name="Shape 16"/>
          <p:cNvSpPr/>
          <p:nvPr/>
        </p:nvSpPr>
        <p:spPr>
          <a:xfrm>
            <a:off x="6201119" y="5639655"/>
            <a:ext cx="31475" cy="31475"/>
          </a:xfrm>
          <a:prstGeom prst="ellipse">
            <a:avLst/>
          </a:prstGeom>
          <a:solidFill>
            <a:srgbClr val="FFFFFF">
              <a:alpha val="10000"/>
            </a:srgbClr>
          </a:solidFill>
          <a:ln w="12700">
            <a:solidFill>
              <a:srgbClr val="FFFFFF"/>
            </a:solidFill>
            <a:prstDash val="solid"/>
          </a:ln>
        </p:spPr>
      </p:sp>
      <p:sp>
        <p:nvSpPr>
          <p:cNvPr id="19" name="Shape 17"/>
          <p:cNvSpPr/>
          <p:nvPr/>
        </p:nvSpPr>
        <p:spPr>
          <a:xfrm>
            <a:off x="4920085" y="375072"/>
            <a:ext cx="29095" cy="29095"/>
          </a:xfrm>
          <a:prstGeom prst="ellipse">
            <a:avLst/>
          </a:prstGeom>
          <a:solidFill>
            <a:srgbClr val="FFFFFF">
              <a:alpha val="10000"/>
            </a:srgbClr>
          </a:solidFill>
          <a:ln w="12700">
            <a:solidFill>
              <a:srgbClr val="FFFFFF"/>
            </a:solidFill>
            <a:prstDash val="solid"/>
          </a:ln>
        </p:spPr>
      </p:sp>
      <p:sp>
        <p:nvSpPr>
          <p:cNvPr id="20" name="Shape 18"/>
          <p:cNvSpPr/>
          <p:nvPr/>
        </p:nvSpPr>
        <p:spPr>
          <a:xfrm>
            <a:off x="5618480" y="839069"/>
            <a:ext cx="30325" cy="30325"/>
          </a:xfrm>
          <a:prstGeom prst="ellipse">
            <a:avLst/>
          </a:prstGeom>
          <a:solidFill>
            <a:srgbClr val="FFFFFF">
              <a:alpha val="10000"/>
            </a:srgbClr>
          </a:solidFill>
          <a:ln w="12700">
            <a:solidFill>
              <a:srgbClr val="FFFFFF"/>
            </a:solidFill>
            <a:prstDash val="solid"/>
          </a:ln>
        </p:spPr>
      </p:sp>
      <p:sp>
        <p:nvSpPr>
          <p:cNvPr id="21" name="Shape 19"/>
          <p:cNvSpPr/>
          <p:nvPr/>
        </p:nvSpPr>
        <p:spPr>
          <a:xfrm>
            <a:off x="5860330" y="900283"/>
            <a:ext cx="29884" cy="29884"/>
          </a:xfrm>
          <a:prstGeom prst="ellipse">
            <a:avLst/>
          </a:prstGeom>
          <a:solidFill>
            <a:srgbClr val="FFFFFF">
              <a:alpha val="10000"/>
            </a:srgbClr>
          </a:solidFill>
          <a:ln w="12700">
            <a:solidFill>
              <a:srgbClr val="FFFFFF"/>
            </a:solidFill>
            <a:prstDash val="solid"/>
          </a:ln>
        </p:spPr>
      </p:sp>
      <p:sp>
        <p:nvSpPr>
          <p:cNvPr id="22" name="Shape 20"/>
          <p:cNvSpPr/>
          <p:nvPr/>
        </p:nvSpPr>
        <p:spPr>
          <a:xfrm>
            <a:off x="4420049" y="2229121"/>
            <a:ext cx="18601" cy="18601"/>
          </a:xfrm>
          <a:prstGeom prst="ellipse">
            <a:avLst/>
          </a:prstGeom>
          <a:solidFill>
            <a:srgbClr val="FFFFFF">
              <a:alpha val="10000"/>
            </a:srgbClr>
          </a:solidFill>
          <a:ln w="12700">
            <a:solidFill>
              <a:srgbClr val="FFFFFF"/>
            </a:solidFill>
            <a:prstDash val="solid"/>
          </a:ln>
        </p:spPr>
      </p:sp>
      <p:sp>
        <p:nvSpPr>
          <p:cNvPr id="23" name="Shape 21"/>
          <p:cNvSpPr/>
          <p:nvPr/>
        </p:nvSpPr>
        <p:spPr>
          <a:xfrm>
            <a:off x="3820341" y="2173275"/>
            <a:ext cx="25316" cy="25316"/>
          </a:xfrm>
          <a:prstGeom prst="ellipse">
            <a:avLst/>
          </a:prstGeom>
          <a:solidFill>
            <a:srgbClr val="FFFFFF">
              <a:alpha val="10000"/>
            </a:srgbClr>
          </a:solidFill>
          <a:ln w="12700">
            <a:solidFill>
              <a:srgbClr val="FFFFFF"/>
            </a:solidFill>
            <a:prstDash val="solid"/>
          </a:ln>
        </p:spPr>
      </p:sp>
      <p:sp>
        <p:nvSpPr>
          <p:cNvPr id="24" name="Shape 22"/>
          <p:cNvSpPr/>
          <p:nvPr/>
        </p:nvSpPr>
        <p:spPr>
          <a:xfrm>
            <a:off x="994364" y="422087"/>
            <a:ext cx="33814" cy="33814"/>
          </a:xfrm>
          <a:prstGeom prst="ellipse">
            <a:avLst/>
          </a:prstGeom>
          <a:solidFill>
            <a:srgbClr val="FFFFFF">
              <a:alpha val="10000"/>
            </a:srgbClr>
          </a:solidFill>
          <a:ln w="12700">
            <a:solidFill>
              <a:srgbClr val="FFFFFF"/>
            </a:solidFill>
            <a:prstDash val="solid"/>
          </a:ln>
        </p:spPr>
      </p:sp>
      <p:sp>
        <p:nvSpPr>
          <p:cNvPr id="25" name="Shape 23"/>
          <p:cNvSpPr/>
          <p:nvPr/>
        </p:nvSpPr>
        <p:spPr>
          <a:xfrm>
            <a:off x="7196183" y="1460573"/>
            <a:ext cx="30354" cy="30354"/>
          </a:xfrm>
          <a:prstGeom prst="ellipse">
            <a:avLst/>
          </a:prstGeom>
          <a:solidFill>
            <a:srgbClr val="FFFFFF">
              <a:alpha val="10000"/>
            </a:srgbClr>
          </a:solidFill>
          <a:ln w="12700">
            <a:solidFill>
              <a:srgbClr val="FFFFFF"/>
            </a:solidFill>
            <a:prstDash val="solid"/>
          </a:ln>
        </p:spPr>
      </p:sp>
      <p:sp>
        <p:nvSpPr>
          <p:cNvPr id="26" name="Shape 24"/>
          <p:cNvSpPr/>
          <p:nvPr/>
        </p:nvSpPr>
        <p:spPr>
          <a:xfrm>
            <a:off x="2383984" y="4658884"/>
            <a:ext cx="16468" cy="16468"/>
          </a:xfrm>
          <a:prstGeom prst="ellipse">
            <a:avLst/>
          </a:prstGeom>
          <a:solidFill>
            <a:srgbClr val="FFFFFF">
              <a:alpha val="10000"/>
            </a:srgbClr>
          </a:solidFill>
          <a:ln w="12700">
            <a:solidFill>
              <a:srgbClr val="FFFFFF"/>
            </a:solidFill>
            <a:prstDash val="solid"/>
          </a:ln>
        </p:spPr>
      </p:sp>
      <p:sp>
        <p:nvSpPr>
          <p:cNvPr id="27" name="Shape 25"/>
          <p:cNvSpPr/>
          <p:nvPr/>
        </p:nvSpPr>
        <p:spPr>
          <a:xfrm>
            <a:off x="1974172" y="1870897"/>
            <a:ext cx="17964" cy="17964"/>
          </a:xfrm>
          <a:prstGeom prst="ellipse">
            <a:avLst/>
          </a:prstGeom>
          <a:solidFill>
            <a:srgbClr val="FFFFFF">
              <a:alpha val="10000"/>
            </a:srgbClr>
          </a:solidFill>
          <a:ln w="12700">
            <a:solidFill>
              <a:srgbClr val="FFFFFF"/>
            </a:solidFill>
            <a:prstDash val="solid"/>
          </a:ln>
        </p:spPr>
      </p:sp>
      <p:sp>
        <p:nvSpPr>
          <p:cNvPr id="28" name="Shape 26"/>
          <p:cNvSpPr/>
          <p:nvPr/>
        </p:nvSpPr>
        <p:spPr>
          <a:xfrm>
            <a:off x="5369425" y="6727493"/>
            <a:ext cx="26077" cy="26077"/>
          </a:xfrm>
          <a:prstGeom prst="ellipse">
            <a:avLst/>
          </a:prstGeom>
          <a:solidFill>
            <a:srgbClr val="FFFFFF">
              <a:alpha val="10000"/>
            </a:srgbClr>
          </a:solidFill>
          <a:ln w="12700">
            <a:solidFill>
              <a:srgbClr val="FFFFFF"/>
            </a:solidFill>
            <a:prstDash val="solid"/>
          </a:ln>
        </p:spPr>
      </p:sp>
      <p:sp>
        <p:nvSpPr>
          <p:cNvPr id="29" name="Shape 27"/>
          <p:cNvSpPr/>
          <p:nvPr/>
        </p:nvSpPr>
        <p:spPr>
          <a:xfrm>
            <a:off x="739485" y="2313997"/>
            <a:ext cx="21141" cy="21141"/>
          </a:xfrm>
          <a:prstGeom prst="ellipse">
            <a:avLst/>
          </a:prstGeom>
          <a:solidFill>
            <a:srgbClr val="FFFFFF">
              <a:alpha val="10000"/>
            </a:srgbClr>
          </a:solidFill>
          <a:ln w="12700">
            <a:solidFill>
              <a:srgbClr val="FFFFFF"/>
            </a:solidFill>
            <a:prstDash val="solid"/>
          </a:ln>
        </p:spPr>
      </p:sp>
      <p:sp>
        <p:nvSpPr>
          <p:cNvPr id="30" name="Shape 28"/>
          <p:cNvSpPr/>
          <p:nvPr/>
        </p:nvSpPr>
        <p:spPr>
          <a:xfrm>
            <a:off x="5969655" y="5880844"/>
            <a:ext cx="14454" cy="14454"/>
          </a:xfrm>
          <a:prstGeom prst="ellipse">
            <a:avLst/>
          </a:prstGeom>
          <a:solidFill>
            <a:srgbClr val="FFFFFF">
              <a:alpha val="10000"/>
            </a:srgbClr>
          </a:solidFill>
          <a:ln w="12700">
            <a:solidFill>
              <a:srgbClr val="FFFFFF"/>
            </a:solidFill>
            <a:prstDash val="solid"/>
          </a:ln>
        </p:spPr>
      </p:sp>
      <p:sp>
        <p:nvSpPr>
          <p:cNvPr id="31" name="Shape 29"/>
          <p:cNvSpPr/>
          <p:nvPr/>
        </p:nvSpPr>
        <p:spPr>
          <a:xfrm>
            <a:off x="8285174" y="6365864"/>
            <a:ext cx="19823" cy="19823"/>
          </a:xfrm>
          <a:prstGeom prst="ellipse">
            <a:avLst/>
          </a:prstGeom>
          <a:solidFill>
            <a:srgbClr val="FFFFFF">
              <a:alpha val="10000"/>
            </a:srgbClr>
          </a:solidFill>
          <a:ln w="12700">
            <a:solidFill>
              <a:srgbClr val="FFFFFF"/>
            </a:solidFill>
            <a:prstDash val="solid"/>
          </a:ln>
        </p:spPr>
      </p:sp>
      <p:sp>
        <p:nvSpPr>
          <p:cNvPr id="32" name="Shape 30"/>
          <p:cNvSpPr/>
          <p:nvPr/>
        </p:nvSpPr>
        <p:spPr>
          <a:xfrm>
            <a:off x="406827" y="2230365"/>
            <a:ext cx="25518" cy="25518"/>
          </a:xfrm>
          <a:prstGeom prst="ellipse">
            <a:avLst/>
          </a:prstGeom>
          <a:solidFill>
            <a:srgbClr val="FFFFFF">
              <a:alpha val="10000"/>
            </a:srgbClr>
          </a:solidFill>
          <a:ln w="12700">
            <a:solidFill>
              <a:srgbClr val="FFFFFF"/>
            </a:solidFill>
            <a:prstDash val="solid"/>
          </a:ln>
        </p:spPr>
      </p:sp>
      <p:sp>
        <p:nvSpPr>
          <p:cNvPr id="33" name="Shape 31"/>
          <p:cNvSpPr/>
          <p:nvPr/>
        </p:nvSpPr>
        <p:spPr>
          <a:xfrm>
            <a:off x="8477614" y="5366408"/>
            <a:ext cx="9876" cy="9876"/>
          </a:xfrm>
          <a:prstGeom prst="ellipse">
            <a:avLst/>
          </a:prstGeom>
          <a:solidFill>
            <a:srgbClr val="FFFFFF">
              <a:alpha val="10000"/>
            </a:srgbClr>
          </a:solidFill>
          <a:ln w="12700">
            <a:solidFill>
              <a:srgbClr val="FFFFFF"/>
            </a:solidFill>
            <a:prstDash val="solid"/>
          </a:ln>
        </p:spPr>
      </p:sp>
      <p:sp>
        <p:nvSpPr>
          <p:cNvPr id="34" name="Shape 32"/>
          <p:cNvSpPr/>
          <p:nvPr/>
        </p:nvSpPr>
        <p:spPr>
          <a:xfrm>
            <a:off x="6361208" y="14255"/>
            <a:ext cx="9853" cy="9853"/>
          </a:xfrm>
          <a:prstGeom prst="ellipse">
            <a:avLst/>
          </a:prstGeom>
          <a:solidFill>
            <a:srgbClr val="FFFFFF">
              <a:alpha val="10000"/>
            </a:srgbClr>
          </a:solidFill>
          <a:ln w="12700">
            <a:solidFill>
              <a:srgbClr val="FFFFFF"/>
            </a:solidFill>
            <a:prstDash val="solid"/>
          </a:ln>
        </p:spPr>
      </p:sp>
      <p:sp>
        <p:nvSpPr>
          <p:cNvPr id="35" name="Shape 33"/>
          <p:cNvSpPr/>
          <p:nvPr/>
        </p:nvSpPr>
        <p:spPr>
          <a:xfrm>
            <a:off x="5810824" y="559445"/>
            <a:ext cx="34249" cy="34249"/>
          </a:xfrm>
          <a:prstGeom prst="ellipse">
            <a:avLst/>
          </a:prstGeom>
          <a:solidFill>
            <a:srgbClr val="FFFFFF">
              <a:alpha val="10000"/>
            </a:srgbClr>
          </a:solidFill>
          <a:ln w="12700">
            <a:solidFill>
              <a:srgbClr val="FFFFFF"/>
            </a:solidFill>
            <a:prstDash val="solid"/>
          </a:ln>
        </p:spPr>
      </p:sp>
      <p:sp>
        <p:nvSpPr>
          <p:cNvPr id="36" name="Shape 34"/>
          <p:cNvSpPr/>
          <p:nvPr/>
        </p:nvSpPr>
        <p:spPr>
          <a:xfrm>
            <a:off x="2099533" y="606399"/>
            <a:ext cx="35817" cy="35817"/>
          </a:xfrm>
          <a:prstGeom prst="ellipse">
            <a:avLst/>
          </a:prstGeom>
          <a:solidFill>
            <a:srgbClr val="FFFFFF">
              <a:alpha val="10000"/>
            </a:srgbClr>
          </a:solidFill>
          <a:ln w="12700">
            <a:solidFill>
              <a:srgbClr val="FFFFFF"/>
            </a:solidFill>
            <a:prstDash val="solid"/>
          </a:ln>
        </p:spPr>
      </p:sp>
      <p:sp>
        <p:nvSpPr>
          <p:cNvPr id="37" name="Shape 35"/>
          <p:cNvSpPr/>
          <p:nvPr/>
        </p:nvSpPr>
        <p:spPr>
          <a:xfrm>
            <a:off x="3834048" y="2555284"/>
            <a:ext cx="25404" cy="25404"/>
          </a:xfrm>
          <a:prstGeom prst="ellipse">
            <a:avLst/>
          </a:prstGeom>
          <a:solidFill>
            <a:srgbClr val="FFFFFF">
              <a:alpha val="10000"/>
            </a:srgbClr>
          </a:solidFill>
          <a:ln w="12700">
            <a:solidFill>
              <a:srgbClr val="FFFFFF"/>
            </a:solidFill>
            <a:prstDash val="solid"/>
          </a:ln>
        </p:spPr>
      </p:sp>
      <p:sp>
        <p:nvSpPr>
          <p:cNvPr id="38" name="Shape 36"/>
          <p:cNvSpPr/>
          <p:nvPr/>
        </p:nvSpPr>
        <p:spPr>
          <a:xfrm>
            <a:off x="8611455" y="1012752"/>
            <a:ext cx="27291" cy="27291"/>
          </a:xfrm>
          <a:prstGeom prst="ellipse">
            <a:avLst/>
          </a:prstGeom>
          <a:solidFill>
            <a:srgbClr val="FFFFFF">
              <a:alpha val="10000"/>
            </a:srgbClr>
          </a:solidFill>
          <a:ln w="12700">
            <a:solidFill>
              <a:srgbClr val="FFFFFF"/>
            </a:solidFill>
            <a:prstDash val="solid"/>
          </a:ln>
        </p:spPr>
      </p:sp>
      <p:sp>
        <p:nvSpPr>
          <p:cNvPr id="39" name="Shape 37"/>
          <p:cNvSpPr/>
          <p:nvPr/>
        </p:nvSpPr>
        <p:spPr>
          <a:xfrm>
            <a:off x="3788910" y="3312021"/>
            <a:ext cx="20830" cy="20830"/>
          </a:xfrm>
          <a:prstGeom prst="ellipse">
            <a:avLst/>
          </a:prstGeom>
          <a:solidFill>
            <a:srgbClr val="FFFFFF">
              <a:alpha val="10000"/>
            </a:srgbClr>
          </a:solidFill>
          <a:ln w="12700">
            <a:solidFill>
              <a:srgbClr val="FFFFFF"/>
            </a:solidFill>
            <a:prstDash val="solid"/>
          </a:ln>
        </p:spPr>
      </p:sp>
      <p:sp>
        <p:nvSpPr>
          <p:cNvPr id="40" name="Shape 38"/>
          <p:cNvSpPr/>
          <p:nvPr/>
        </p:nvSpPr>
        <p:spPr>
          <a:xfrm>
            <a:off x="8256520" y="5554736"/>
            <a:ext cx="28272" cy="28272"/>
          </a:xfrm>
          <a:prstGeom prst="ellipse">
            <a:avLst/>
          </a:prstGeom>
          <a:solidFill>
            <a:srgbClr val="FFFFFF">
              <a:alpha val="10000"/>
            </a:srgbClr>
          </a:solidFill>
          <a:ln w="12700">
            <a:solidFill>
              <a:srgbClr val="FFFFFF"/>
            </a:solidFill>
            <a:prstDash val="solid"/>
          </a:ln>
        </p:spPr>
      </p:sp>
      <p:sp>
        <p:nvSpPr>
          <p:cNvPr id="41" name="Shape 39"/>
          <p:cNvSpPr/>
          <p:nvPr/>
        </p:nvSpPr>
        <p:spPr>
          <a:xfrm>
            <a:off x="4801104" y="6148436"/>
            <a:ext cx="27015" cy="27015"/>
          </a:xfrm>
          <a:prstGeom prst="ellipse">
            <a:avLst/>
          </a:prstGeom>
          <a:solidFill>
            <a:srgbClr val="FFFFFF">
              <a:alpha val="10000"/>
            </a:srgbClr>
          </a:solidFill>
          <a:ln w="12700">
            <a:solidFill>
              <a:srgbClr val="FFFFFF"/>
            </a:solidFill>
            <a:prstDash val="solid"/>
          </a:ln>
        </p:spPr>
      </p:sp>
      <p:sp>
        <p:nvSpPr>
          <p:cNvPr id="42" name="Shape 40"/>
          <p:cNvSpPr/>
          <p:nvPr/>
        </p:nvSpPr>
        <p:spPr>
          <a:xfrm>
            <a:off x="6034326" y="1653449"/>
            <a:ext cx="26900" cy="26900"/>
          </a:xfrm>
          <a:prstGeom prst="ellipse">
            <a:avLst/>
          </a:prstGeom>
          <a:solidFill>
            <a:srgbClr val="FFFFFF">
              <a:alpha val="10000"/>
            </a:srgbClr>
          </a:solidFill>
          <a:ln w="12700">
            <a:solidFill>
              <a:srgbClr val="FFFFFF"/>
            </a:solidFill>
            <a:prstDash val="solid"/>
          </a:ln>
        </p:spPr>
      </p:sp>
      <p:sp>
        <p:nvSpPr>
          <p:cNvPr id="43" name="Shape 41"/>
          <p:cNvSpPr/>
          <p:nvPr/>
        </p:nvSpPr>
        <p:spPr>
          <a:xfrm>
            <a:off x="5282666" y="4936184"/>
            <a:ext cx="10388" cy="10388"/>
          </a:xfrm>
          <a:prstGeom prst="ellipse">
            <a:avLst/>
          </a:prstGeom>
          <a:solidFill>
            <a:srgbClr val="FFFFFF">
              <a:alpha val="10000"/>
            </a:srgbClr>
          </a:solidFill>
          <a:ln w="12700">
            <a:solidFill>
              <a:srgbClr val="FFFFFF"/>
            </a:solidFill>
            <a:prstDash val="solid"/>
          </a:ln>
        </p:spPr>
      </p:sp>
      <p:sp>
        <p:nvSpPr>
          <p:cNvPr id="44" name="Shape 42"/>
          <p:cNvSpPr/>
          <p:nvPr/>
        </p:nvSpPr>
        <p:spPr>
          <a:xfrm>
            <a:off x="2583447" y="6115541"/>
            <a:ext cx="10510" cy="10510"/>
          </a:xfrm>
          <a:prstGeom prst="ellipse">
            <a:avLst/>
          </a:prstGeom>
          <a:solidFill>
            <a:srgbClr val="FFFFFF">
              <a:alpha val="10000"/>
            </a:srgbClr>
          </a:solidFill>
          <a:ln w="12700">
            <a:solidFill>
              <a:srgbClr val="FFFFFF"/>
            </a:solidFill>
            <a:prstDash val="solid"/>
          </a:ln>
        </p:spPr>
      </p:sp>
      <p:sp>
        <p:nvSpPr>
          <p:cNvPr id="45" name="Shape 43"/>
          <p:cNvSpPr/>
          <p:nvPr/>
        </p:nvSpPr>
        <p:spPr>
          <a:xfrm>
            <a:off x="6694615" y="746808"/>
            <a:ext cx="32195" cy="32195"/>
          </a:xfrm>
          <a:prstGeom prst="ellipse">
            <a:avLst/>
          </a:prstGeom>
          <a:solidFill>
            <a:srgbClr val="FFFFFF">
              <a:alpha val="10000"/>
            </a:srgbClr>
          </a:solidFill>
          <a:ln w="12700">
            <a:solidFill>
              <a:srgbClr val="FFFFFF"/>
            </a:solidFill>
            <a:prstDash val="solid"/>
          </a:ln>
        </p:spPr>
      </p:sp>
      <p:sp>
        <p:nvSpPr>
          <p:cNvPr id="46" name="Shape 44"/>
          <p:cNvSpPr/>
          <p:nvPr/>
        </p:nvSpPr>
        <p:spPr>
          <a:xfrm>
            <a:off x="7716824" y="450463"/>
            <a:ext cx="17639" cy="17639"/>
          </a:xfrm>
          <a:prstGeom prst="ellipse">
            <a:avLst/>
          </a:prstGeom>
          <a:solidFill>
            <a:srgbClr val="FFFFFF">
              <a:alpha val="10000"/>
            </a:srgbClr>
          </a:solidFill>
          <a:ln w="12700">
            <a:solidFill>
              <a:srgbClr val="FFFFFF"/>
            </a:solidFill>
            <a:prstDash val="solid"/>
          </a:ln>
        </p:spPr>
      </p:sp>
      <p:sp>
        <p:nvSpPr>
          <p:cNvPr id="47" name="Shape 45"/>
          <p:cNvSpPr/>
          <p:nvPr/>
        </p:nvSpPr>
        <p:spPr>
          <a:xfrm>
            <a:off x="7778985" y="5100785"/>
            <a:ext cx="36528" cy="36528"/>
          </a:xfrm>
          <a:prstGeom prst="ellipse">
            <a:avLst/>
          </a:prstGeom>
          <a:solidFill>
            <a:srgbClr val="FFFFFF">
              <a:alpha val="10000"/>
            </a:srgbClr>
          </a:solidFill>
          <a:ln w="12700">
            <a:solidFill>
              <a:srgbClr val="FFFFFF"/>
            </a:solidFill>
            <a:prstDash val="solid"/>
          </a:ln>
        </p:spPr>
      </p:sp>
      <p:sp>
        <p:nvSpPr>
          <p:cNvPr id="48" name="Shape 46"/>
          <p:cNvSpPr/>
          <p:nvPr/>
        </p:nvSpPr>
        <p:spPr>
          <a:xfrm>
            <a:off x="3072061" y="1870706"/>
            <a:ext cx="32070" cy="32070"/>
          </a:xfrm>
          <a:prstGeom prst="ellipse">
            <a:avLst/>
          </a:prstGeom>
          <a:solidFill>
            <a:srgbClr val="FFFFFF">
              <a:alpha val="10000"/>
            </a:srgbClr>
          </a:solidFill>
          <a:ln w="12700">
            <a:solidFill>
              <a:srgbClr val="FFFFFF"/>
            </a:solidFill>
            <a:prstDash val="solid"/>
          </a:ln>
        </p:spPr>
      </p:sp>
      <p:sp>
        <p:nvSpPr>
          <p:cNvPr id="49" name="Shape 47"/>
          <p:cNvSpPr/>
          <p:nvPr/>
        </p:nvSpPr>
        <p:spPr>
          <a:xfrm>
            <a:off x="1993750" y="1283058"/>
            <a:ext cx="17274" cy="17274"/>
          </a:xfrm>
          <a:prstGeom prst="ellipse">
            <a:avLst/>
          </a:prstGeom>
          <a:solidFill>
            <a:srgbClr val="FFFFFF">
              <a:alpha val="10000"/>
            </a:srgbClr>
          </a:solidFill>
          <a:ln w="12700">
            <a:solidFill>
              <a:srgbClr val="FFFFFF"/>
            </a:solidFill>
            <a:prstDash val="solid"/>
          </a:ln>
        </p:spPr>
      </p:sp>
      <p:sp>
        <p:nvSpPr>
          <p:cNvPr id="50" name="Shape 48"/>
          <p:cNvSpPr/>
          <p:nvPr/>
        </p:nvSpPr>
        <p:spPr>
          <a:xfrm>
            <a:off x="7725832" y="4481266"/>
            <a:ext cx="18105" cy="18105"/>
          </a:xfrm>
          <a:prstGeom prst="ellipse">
            <a:avLst/>
          </a:prstGeom>
          <a:solidFill>
            <a:srgbClr val="FFFFFF">
              <a:alpha val="10000"/>
            </a:srgbClr>
          </a:solidFill>
          <a:ln w="12700">
            <a:solidFill>
              <a:srgbClr val="FFFFFF"/>
            </a:solidFill>
            <a:prstDash val="solid"/>
          </a:ln>
        </p:spPr>
      </p:sp>
      <p:sp>
        <p:nvSpPr>
          <p:cNvPr id="51" name="Shape 49"/>
          <p:cNvSpPr/>
          <p:nvPr/>
        </p:nvSpPr>
        <p:spPr>
          <a:xfrm>
            <a:off x="6751183" y="2415290"/>
            <a:ext cx="20183" cy="20183"/>
          </a:xfrm>
          <a:prstGeom prst="ellipse">
            <a:avLst/>
          </a:prstGeom>
          <a:solidFill>
            <a:srgbClr val="FFFFFF">
              <a:alpha val="10000"/>
            </a:srgbClr>
          </a:solidFill>
          <a:ln w="12700">
            <a:solidFill>
              <a:srgbClr val="FFFFFF"/>
            </a:solidFill>
            <a:prstDash val="solid"/>
          </a:ln>
        </p:spPr>
      </p:sp>
      <p:sp>
        <p:nvSpPr>
          <p:cNvPr id="52" name="Shape 50"/>
          <p:cNvSpPr/>
          <p:nvPr/>
        </p:nvSpPr>
        <p:spPr>
          <a:xfrm>
            <a:off x="7200725" y="6522478"/>
            <a:ext cx="29606" cy="29606"/>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Witness Internal Systems</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Evidence and Validation</a:t>
            </a:r>
            <a:endParaRPr lang="en-US" sz="1000" dirty="0"/>
          </a:p>
        </p:txBody>
      </p:sp>
      <p:sp>
        <p:nvSpPr>
          <p:cNvPr id="93" name="Shape 91"/>
          <p:cNvSpPr/>
          <p:nvPr/>
        </p:nvSpPr>
        <p:spPr>
          <a:xfrm>
            <a:off x="3474720" y="2331720"/>
            <a:ext cx="2194560" cy="1463040"/>
          </a:xfrm>
          <a:prstGeom prst="ellipse">
            <a:avLst/>
          </a:prstGeom>
          <a:solidFill>
            <a:srgbClr val="FFC400">
              <a:alpha val="15000"/>
            </a:srgbClr>
          </a:solidFill>
          <a:ln w="38100">
            <a:solidFill>
              <a:srgbClr val="FFC400"/>
            </a:solidFill>
            <a:prstDash val="solid"/>
          </a:ln>
        </p:spPr>
      </p:sp>
      <p:sp>
        <p:nvSpPr>
          <p:cNvPr id="94" name="Text 92"/>
          <p:cNvSpPr/>
          <p:nvPr/>
        </p:nvSpPr>
        <p:spPr>
          <a:xfrm>
            <a:off x="4023360" y="2971800"/>
            <a:ext cx="1097280" cy="182880"/>
          </a:xfrm>
          <a:prstGeom prst="rect">
            <a:avLst/>
          </a:prstGeom>
          <a:noFill/>
          <a:ln/>
        </p:spPr>
        <p:txBody>
          <a:bodyPr wrap="square" rtlCol="0" anchor="ctr"/>
          <a:lstStyle/>
          <a:p>
            <a:pPr algn="ctr" indent="0" marL="0">
              <a:buNone/>
            </a:pPr>
            <a:r>
              <a:rPr lang="en-US" sz="700" b="1" dirty="0">
                <a:solidFill>
                  <a:srgbClr val="FFC400"/>
                </a:solidFill>
              </a:rPr>
              <a:t>EVIDENCE CORE</a:t>
            </a:r>
            <a:endParaRPr lang="en-US" sz="700" dirty="0"/>
          </a:p>
        </p:txBody>
      </p:sp>
      <p:sp>
        <p:nvSpPr>
          <p:cNvPr id="95" name="Shape 93"/>
          <p:cNvSpPr/>
          <p:nvPr/>
        </p:nvSpPr>
        <p:spPr>
          <a:xfrm>
            <a:off x="3182112" y="2132015"/>
            <a:ext cx="2779776" cy="1862450"/>
          </a:xfrm>
          <a:prstGeom prst="ellipse">
            <a:avLst/>
          </a:prstGeom>
          <a:solidFill>
            <a:srgbClr val="FFC400">
              <a:alpha val="5000"/>
            </a:srgbClr>
          </a:solidFill>
          <a:ln w="25400">
            <a:solidFill>
              <a:srgbClr val="FF8C00"/>
            </a:solidFill>
            <a:prstDash val="dash"/>
          </a:ln>
        </p:spPr>
      </p:sp>
      <p:sp>
        <p:nvSpPr>
          <p:cNvPr id="96" name="Shape 94"/>
          <p:cNvSpPr/>
          <p:nvPr/>
        </p:nvSpPr>
        <p:spPr>
          <a:xfrm>
            <a:off x="2889504" y="1935968"/>
            <a:ext cx="3364992" cy="2254545"/>
          </a:xfrm>
          <a:prstGeom prst="ellipse">
            <a:avLst/>
          </a:prstGeom>
          <a:solidFill>
            <a:srgbClr val="FFC400">
              <a:alpha val="5000"/>
            </a:srgbClr>
          </a:solidFill>
          <a:ln w="25400">
            <a:solidFill>
              <a:srgbClr val="FF8C00"/>
            </a:solidFill>
            <a:prstDash val="dash"/>
          </a:ln>
        </p:spPr>
      </p:sp>
      <p:sp>
        <p:nvSpPr>
          <p:cNvPr id="97" name="Shape 95"/>
          <p:cNvSpPr/>
          <p:nvPr/>
        </p:nvSpPr>
        <p:spPr>
          <a:xfrm>
            <a:off x="2596896" y="1739920"/>
            <a:ext cx="3950208" cy="2646639"/>
          </a:xfrm>
          <a:prstGeom prst="ellipse">
            <a:avLst/>
          </a:prstGeom>
          <a:solidFill>
            <a:srgbClr val="FFC400">
              <a:alpha val="5000"/>
            </a:srgbClr>
          </a:solidFill>
          <a:ln w="25400">
            <a:solidFill>
              <a:srgbClr val="FF8C00"/>
            </a:solidFill>
            <a:prstDash val="dash"/>
          </a:ln>
        </p:spPr>
      </p:sp>
      <p:sp>
        <p:nvSpPr>
          <p:cNvPr id="98" name="Shape 96"/>
          <p:cNvSpPr/>
          <p:nvPr/>
        </p:nvSpPr>
        <p:spPr>
          <a:xfrm>
            <a:off x="2432304" y="1629644"/>
            <a:ext cx="4279392" cy="2867193"/>
          </a:xfrm>
          <a:prstGeom prst="ellipse">
            <a:avLst/>
          </a:prstGeom>
          <a:solidFill>
            <a:srgbClr val="FFC400">
              <a:alpha val="3000"/>
            </a:srgbClr>
          </a:solidFill>
          <a:ln w="12700">
            <a:solidFill>
              <a:srgbClr val="FF8C00"/>
            </a:solidFill>
            <a:prstDash val="dash"/>
          </a:ln>
        </p:spPr>
      </p:sp>
      <p:sp>
        <p:nvSpPr>
          <p:cNvPr id="99" name="Shape 97"/>
          <p:cNvSpPr/>
          <p:nvPr/>
        </p:nvSpPr>
        <p:spPr>
          <a:xfrm>
            <a:off x="4059936" y="1325880"/>
            <a:ext cx="1024128" cy="320040"/>
          </a:xfrm>
          <a:prstGeom prst="rect">
            <a:avLst/>
          </a:prstGeom>
          <a:solidFill>
            <a:srgbClr val="FFC400">
              <a:alpha val="15000"/>
            </a:srgbClr>
          </a:solidFill>
          <a:ln w="25400">
            <a:solidFill>
              <a:srgbClr val="FF8C00"/>
            </a:solidFill>
            <a:prstDash val="solid"/>
          </a:ln>
        </p:spPr>
      </p:sp>
      <p:sp>
        <p:nvSpPr>
          <p:cNvPr id="100" name="Text 98"/>
          <p:cNvSpPr/>
          <p:nvPr/>
        </p:nvSpPr>
        <p:spPr>
          <a:xfrm>
            <a:off x="4123944" y="1417320"/>
            <a:ext cx="896112" cy="96012"/>
          </a:xfrm>
          <a:prstGeom prst="rect">
            <a:avLst/>
          </a:prstGeom>
          <a:noFill/>
          <a:ln/>
        </p:spPr>
        <p:txBody>
          <a:bodyPr wrap="square" rtlCol="0" anchor="ctr"/>
          <a:lstStyle/>
          <a:p>
            <a:pPr algn="ctr" indent="0" marL="0">
              <a:buNone/>
            </a:pPr>
            <a:r>
              <a:rPr lang="en-US" sz="500" b="1" dirty="0">
                <a:solidFill>
                  <a:srgbClr val="FF8C00"/>
                </a:solidFill>
              </a:rPr>
              <a:t>CAUSAL OBSERVATORY</a:t>
            </a:r>
            <a:endParaRPr lang="en-US" sz="500" dirty="0"/>
          </a:p>
        </p:txBody>
      </p:sp>
      <p:sp>
        <p:nvSpPr>
          <p:cNvPr id="101" name="Shape 99"/>
          <p:cNvSpPr/>
          <p:nvPr/>
        </p:nvSpPr>
        <p:spPr>
          <a:xfrm>
            <a:off x="4297680" y="4709160"/>
            <a:ext cx="457200" cy="182880"/>
          </a:xfrm>
          <a:prstGeom prst="rect">
            <a:avLst/>
          </a:prstGeom>
          <a:solidFill>
            <a:srgbClr val="FFC400">
              <a:alpha val="15000"/>
            </a:srgbClr>
          </a:solidFill>
          <a:ln w="25400">
            <a:solidFill>
              <a:srgbClr val="FF8C00"/>
            </a:solidFill>
            <a:prstDash val="solid"/>
          </a:ln>
        </p:spPr>
      </p:sp>
      <p:sp>
        <p:nvSpPr>
          <p:cNvPr id="102" name="Text 100"/>
          <p:cNvSpPr/>
          <p:nvPr/>
        </p:nvSpPr>
        <p:spPr>
          <a:xfrm>
            <a:off x="438912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1</a:t>
            </a:r>
            <a:endParaRPr lang="en-US" sz="400" dirty="0"/>
          </a:p>
        </p:txBody>
      </p:sp>
      <p:sp>
        <p:nvSpPr>
          <p:cNvPr id="103" name="Shape 101"/>
          <p:cNvSpPr/>
          <p:nvPr/>
        </p:nvSpPr>
        <p:spPr>
          <a:xfrm>
            <a:off x="4846320" y="4709160"/>
            <a:ext cx="457200" cy="182880"/>
          </a:xfrm>
          <a:prstGeom prst="rect">
            <a:avLst/>
          </a:prstGeom>
          <a:solidFill>
            <a:srgbClr val="FFC400">
              <a:alpha val="15000"/>
            </a:srgbClr>
          </a:solidFill>
          <a:ln w="25400">
            <a:solidFill>
              <a:srgbClr val="FF8C00"/>
            </a:solidFill>
            <a:prstDash val="solid"/>
          </a:ln>
        </p:spPr>
      </p:sp>
      <p:sp>
        <p:nvSpPr>
          <p:cNvPr id="104" name="Text 102"/>
          <p:cNvSpPr/>
          <p:nvPr/>
        </p:nvSpPr>
        <p:spPr>
          <a:xfrm>
            <a:off x="493776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2</a:t>
            </a:r>
            <a:endParaRPr lang="en-US" sz="400" dirty="0"/>
          </a:p>
        </p:txBody>
      </p:sp>
      <p:sp>
        <p:nvSpPr>
          <p:cNvPr id="105" name="Shape 103"/>
          <p:cNvSpPr/>
          <p:nvPr/>
        </p:nvSpPr>
        <p:spPr>
          <a:xfrm>
            <a:off x="6400800" y="4434840"/>
            <a:ext cx="548640" cy="457200"/>
          </a:xfrm>
          <a:prstGeom prst="rect">
            <a:avLst/>
          </a:prstGeom>
          <a:solidFill>
            <a:srgbClr val="FF0000">
              <a:alpha val="20000"/>
            </a:srgbClr>
          </a:solidFill>
          <a:ln w="25400">
            <a:solidFill>
              <a:srgbClr val="FF0000"/>
            </a:solidFill>
            <a:prstDash val="solid"/>
          </a:ln>
        </p:spPr>
      </p:sp>
      <p:sp>
        <p:nvSpPr>
          <p:cNvPr id="106" name="Text 104"/>
          <p:cNvSpPr/>
          <p:nvPr/>
        </p:nvSpPr>
        <p:spPr>
          <a:xfrm>
            <a:off x="6446520" y="4480560"/>
            <a:ext cx="457200" cy="91440"/>
          </a:xfrm>
          <a:prstGeom prst="rect">
            <a:avLst/>
          </a:prstGeom>
          <a:noFill/>
          <a:ln/>
        </p:spPr>
        <p:txBody>
          <a:bodyPr wrap="square" rtlCol="0" anchor="ctr"/>
          <a:lstStyle/>
          <a:p>
            <a:pPr algn="ctr" indent="0" marL="0">
              <a:buNone/>
            </a:pPr>
            <a:r>
              <a:rPr lang="en-US" sz="400" b="1" dirty="0">
                <a:solidFill>
                  <a:srgbClr val="FF0000"/>
                </a:solidFill>
              </a:rPr>
              <a:t>REJECTION</a:t>
            </a:r>
            <a:endParaRPr lang="en-US" sz="400" dirty="0"/>
          </a:p>
        </p:txBody>
      </p:sp>
      <p:sp>
        <p:nvSpPr>
          <p:cNvPr id="107" name="Shape 105"/>
          <p:cNvSpPr/>
          <p:nvPr/>
        </p:nvSpPr>
        <p:spPr>
          <a:xfrm>
            <a:off x="4206240" y="1234440"/>
            <a:ext cx="731520" cy="182880"/>
          </a:xfrm>
          <a:prstGeom prst="rect">
            <a:avLst/>
          </a:prstGeom>
          <a:solidFill>
            <a:srgbClr val="FF8C00">
              <a:alpha val="30000"/>
            </a:srgbClr>
          </a:solidFill>
          <a:ln w="12700">
            <a:solidFill>
              <a:srgbClr val="FF8C00"/>
            </a:solidFill>
            <a:prstDash val="solid"/>
          </a:ln>
        </p:spPr>
      </p:sp>
      <p:sp>
        <p:nvSpPr>
          <p:cNvPr id="108" name="Text 106"/>
          <p:cNvSpPr/>
          <p:nvPr/>
        </p:nvSpPr>
        <p:spPr>
          <a:xfrm>
            <a:off x="4251960" y="1252728"/>
            <a:ext cx="640080" cy="13716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KERNEL</a:t>
            </a:r>
            <a:endParaRPr lang="en-US" sz="500" dirty="0"/>
          </a:p>
        </p:txBody>
      </p:sp>
      <p:sp>
        <p:nvSpPr>
          <p:cNvPr id="109" name="Text 107"/>
          <p:cNvSpPr/>
          <p:nvPr/>
        </p:nvSpPr>
        <p:spPr>
          <a:xfrm>
            <a:off x="4297680" y="3520440"/>
            <a:ext cx="548640" cy="137160"/>
          </a:xfrm>
          <a:prstGeom prst="rect">
            <a:avLst/>
          </a:prstGeom>
          <a:noFill/>
          <a:ln/>
        </p:spPr>
        <p:txBody>
          <a:bodyPr wrap="square" rtlCol="0" anchor="ctr"/>
          <a:lstStyle/>
          <a:p>
            <a:pPr algn="ctr" indent="0" marL="0">
              <a:buNone/>
            </a:pPr>
            <a:r>
              <a:rPr lang="en-US" sz="1200" b="1" dirty="0">
                <a:solidFill>
                  <a:srgbClr val="FFC400"/>
                </a:solidFill>
              </a:rPr>
              <a:t>WITNESS</a:t>
            </a:r>
            <a:endParaRPr lang="en-US" sz="1200" dirty="0"/>
          </a:p>
        </p:txBody>
      </p:sp>
      <p:sp>
        <p:nvSpPr>
          <p:cNvPr id="110" name="Shape 108"/>
          <p:cNvSpPr/>
          <p:nvPr/>
        </p:nvSpPr>
        <p:spPr>
          <a:xfrm>
            <a:off x="2011680" y="5166360"/>
            <a:ext cx="5120640" cy="457200"/>
          </a:xfrm>
          <a:prstGeom prst="ellipse">
            <a:avLst/>
          </a:prstGeom>
          <a:solidFill>
            <a:srgbClr val="1A1A1F">
              <a:alpha val="10000"/>
            </a:srgbClr>
          </a:solidFill>
          <a:ln w="19050">
            <a:solidFill>
              <a:srgbClr val="00E5FF"/>
            </a:solidFill>
            <a:prstDash val="solid"/>
          </a:ln>
        </p:spPr>
      </p:sp>
      <p:sp>
        <p:nvSpPr>
          <p:cNvPr id="111" name="Text 109"/>
          <p:cNvSpPr/>
          <p:nvPr/>
        </p:nvSpPr>
        <p:spPr>
          <a:xfrm>
            <a:off x="2029968" y="518464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12" name="Text 110"/>
          <p:cNvSpPr/>
          <p:nvPr/>
        </p:nvSpPr>
        <p:spPr>
          <a:xfrm>
            <a:off x="2423160" y="5184648"/>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Kernel</a:t>
            </a:r>
            <a:endParaRPr lang="en-US" sz="400" dirty="0"/>
          </a:p>
        </p:txBody>
      </p:sp>
      <p:sp>
        <p:nvSpPr>
          <p:cNvPr id="113" name="Text 111"/>
          <p:cNvSpPr/>
          <p:nvPr/>
        </p:nvSpPr>
        <p:spPr>
          <a:xfrm>
            <a:off x="2029968" y="523951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14" name="Text 112"/>
          <p:cNvSpPr/>
          <p:nvPr/>
        </p:nvSpPr>
        <p:spPr>
          <a:xfrm>
            <a:off x="2423160" y="5239512"/>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State Validated</a:t>
            </a:r>
            <a:endParaRPr lang="en-US" sz="400" dirty="0"/>
          </a:p>
        </p:txBody>
      </p:sp>
      <p:sp>
        <p:nvSpPr>
          <p:cNvPr id="115" name="Text 113"/>
          <p:cNvSpPr/>
          <p:nvPr/>
        </p:nvSpPr>
        <p:spPr>
          <a:xfrm>
            <a:off x="2029968" y="529437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16" name="Text 114"/>
          <p:cNvSpPr/>
          <p:nvPr/>
        </p:nvSpPr>
        <p:spPr>
          <a:xfrm>
            <a:off x="2423160" y="5294376"/>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0x91A</a:t>
            </a:r>
            <a:endParaRPr lang="en-US" sz="400" dirty="0"/>
          </a:p>
        </p:txBody>
      </p:sp>
      <p:sp>
        <p:nvSpPr>
          <p:cNvPr id="117" name="Text 115"/>
          <p:cNvSpPr/>
          <p:nvPr/>
        </p:nvSpPr>
        <p:spPr>
          <a:xfrm>
            <a:off x="2029968" y="534924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18" name="Text 116"/>
          <p:cNvSpPr/>
          <p:nvPr/>
        </p:nvSpPr>
        <p:spPr>
          <a:xfrm>
            <a:off x="2423160" y="5349240"/>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99.8%</a:t>
            </a:r>
            <a:endParaRPr lang="en-US" sz="400" dirty="0"/>
          </a:p>
        </p:txBody>
      </p:sp>
      <p:sp>
        <p:nvSpPr>
          <p:cNvPr id="119" name="Text 117"/>
          <p:cNvSpPr/>
          <p:nvPr/>
        </p:nvSpPr>
        <p:spPr>
          <a:xfrm>
            <a:off x="2029968" y="540410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20" name="Text 118"/>
          <p:cNvSpPr/>
          <p:nvPr/>
        </p:nvSpPr>
        <p:spPr>
          <a:xfrm>
            <a:off x="2423160" y="5404104"/>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Verified</a:t>
            </a:r>
            <a:endParaRPr lang="en-US" sz="400" dirty="0"/>
          </a:p>
        </p:txBody>
      </p:sp>
      <p:sp>
        <p:nvSpPr>
          <p:cNvPr id="121" name="Text 119"/>
          <p:cNvSpPr/>
          <p:nvPr/>
        </p:nvSpPr>
        <p:spPr>
          <a:xfrm>
            <a:off x="2029968" y="545896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22" name="Text 120"/>
          <p:cNvSpPr/>
          <p:nvPr/>
        </p:nvSpPr>
        <p:spPr>
          <a:xfrm>
            <a:off x="2423160" y="5458968"/>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T+184</a:t>
            </a:r>
            <a:endParaRPr lang="en-US" sz="400" dirty="0"/>
          </a:p>
        </p:txBody>
      </p:sp>
      <p:sp>
        <p:nvSpPr>
          <p:cNvPr id="123" name="Shape 121"/>
          <p:cNvSpPr/>
          <p:nvPr/>
        </p:nvSpPr>
        <p:spPr>
          <a:xfrm>
            <a:off x="7095744" y="5586984"/>
            <a:ext cx="27432" cy="27432"/>
          </a:xfrm>
          <a:prstGeom prst="ellipse">
            <a:avLst/>
          </a:prstGeom>
          <a:solidFill>
            <a:srgbClr val="00FF00">
              <a:alpha val="30000"/>
            </a:srgbClr>
          </a:solidFill>
          <a:ln w="12700">
            <a:solidFill>
              <a:srgbClr val="00FF00"/>
            </a:solidFill>
            <a:prstDash val="solid"/>
          </a:ln>
        </p:spPr>
      </p:sp>
      <p:sp>
        <p:nvSpPr>
          <p:cNvPr id="124" name="Shape 122"/>
          <p:cNvSpPr/>
          <p:nvPr/>
        </p:nvSpPr>
        <p:spPr>
          <a:xfrm>
            <a:off x="2011680" y="5715000"/>
            <a:ext cx="5120640" cy="457200"/>
          </a:xfrm>
          <a:prstGeom prst="ellipse">
            <a:avLst/>
          </a:prstGeom>
          <a:solidFill>
            <a:srgbClr val="1A1A1F">
              <a:alpha val="10000"/>
            </a:srgbClr>
          </a:solidFill>
          <a:ln w="19050">
            <a:solidFill>
              <a:srgbClr val="00E5FF"/>
            </a:solidFill>
            <a:prstDash val="solid"/>
          </a:ln>
        </p:spPr>
      </p:sp>
      <p:sp>
        <p:nvSpPr>
          <p:cNvPr id="125" name="Text 123"/>
          <p:cNvSpPr/>
          <p:nvPr/>
        </p:nvSpPr>
        <p:spPr>
          <a:xfrm>
            <a:off x="2029968" y="573328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26" name="Text 124"/>
          <p:cNvSpPr/>
          <p:nvPr/>
        </p:nvSpPr>
        <p:spPr>
          <a:xfrm>
            <a:off x="2423160" y="5733288"/>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Kernel</a:t>
            </a:r>
            <a:endParaRPr lang="en-US" sz="400" dirty="0"/>
          </a:p>
        </p:txBody>
      </p:sp>
      <p:sp>
        <p:nvSpPr>
          <p:cNvPr id="127" name="Text 125"/>
          <p:cNvSpPr/>
          <p:nvPr/>
        </p:nvSpPr>
        <p:spPr>
          <a:xfrm>
            <a:off x="2029968" y="578815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28" name="Text 126"/>
          <p:cNvSpPr/>
          <p:nvPr/>
        </p:nvSpPr>
        <p:spPr>
          <a:xfrm>
            <a:off x="2423160" y="5788152"/>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State Rejected</a:t>
            </a:r>
            <a:endParaRPr lang="en-US" sz="400" dirty="0"/>
          </a:p>
        </p:txBody>
      </p:sp>
      <p:sp>
        <p:nvSpPr>
          <p:cNvPr id="129" name="Text 127"/>
          <p:cNvSpPr/>
          <p:nvPr/>
        </p:nvSpPr>
        <p:spPr>
          <a:xfrm>
            <a:off x="2029968" y="584301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30" name="Text 128"/>
          <p:cNvSpPr/>
          <p:nvPr/>
        </p:nvSpPr>
        <p:spPr>
          <a:xfrm>
            <a:off x="2423160" y="5843016"/>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0xXYZ</a:t>
            </a:r>
            <a:endParaRPr lang="en-US" sz="400" dirty="0"/>
          </a:p>
        </p:txBody>
      </p:sp>
      <p:sp>
        <p:nvSpPr>
          <p:cNvPr id="131" name="Text 129"/>
          <p:cNvSpPr/>
          <p:nvPr/>
        </p:nvSpPr>
        <p:spPr>
          <a:xfrm>
            <a:off x="2029968" y="589788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32" name="Text 130"/>
          <p:cNvSpPr/>
          <p:nvPr/>
        </p:nvSpPr>
        <p:spPr>
          <a:xfrm>
            <a:off x="2423160" y="5897880"/>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0%</a:t>
            </a:r>
            <a:endParaRPr lang="en-US" sz="400" dirty="0"/>
          </a:p>
        </p:txBody>
      </p:sp>
      <p:sp>
        <p:nvSpPr>
          <p:cNvPr id="133" name="Text 131"/>
          <p:cNvSpPr/>
          <p:nvPr/>
        </p:nvSpPr>
        <p:spPr>
          <a:xfrm>
            <a:off x="2029968" y="595274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34" name="Text 132"/>
          <p:cNvSpPr/>
          <p:nvPr/>
        </p:nvSpPr>
        <p:spPr>
          <a:xfrm>
            <a:off x="2423160" y="5952744"/>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Rejected</a:t>
            </a:r>
            <a:endParaRPr lang="en-US" sz="400" dirty="0"/>
          </a:p>
        </p:txBody>
      </p:sp>
      <p:sp>
        <p:nvSpPr>
          <p:cNvPr id="135" name="Text 133"/>
          <p:cNvSpPr/>
          <p:nvPr/>
        </p:nvSpPr>
        <p:spPr>
          <a:xfrm>
            <a:off x="2029968" y="600760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36" name="Text 134"/>
          <p:cNvSpPr/>
          <p:nvPr/>
        </p:nvSpPr>
        <p:spPr>
          <a:xfrm>
            <a:off x="2423160" y="6007608"/>
            <a:ext cx="4663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T+200</a:t>
            </a:r>
            <a:endParaRPr lang="en-US" sz="400" dirty="0"/>
          </a:p>
        </p:txBody>
      </p:sp>
      <p:sp>
        <p:nvSpPr>
          <p:cNvPr id="137" name="Shape 135"/>
          <p:cNvSpPr/>
          <p:nvPr/>
        </p:nvSpPr>
        <p:spPr>
          <a:xfrm>
            <a:off x="7095744" y="6135624"/>
            <a:ext cx="27432" cy="27432"/>
          </a:xfrm>
          <a:prstGeom prst="ellipse">
            <a:avLst/>
          </a:prstGeom>
          <a:solidFill>
            <a:srgbClr val="FF0000">
              <a:alpha val="30000"/>
            </a:srgbClr>
          </a:solidFill>
          <a:ln w="12700">
            <a:solidFill>
              <a:srgbClr val="FF0000"/>
            </a:solidFill>
            <a:prstDash val="solid"/>
          </a:ln>
        </p:spPr>
      </p:sp>
      <p:sp>
        <p:nvSpPr>
          <p:cNvPr id="138" name="Shape 136"/>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139" name="Text 137"/>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140" name="Shape 138"/>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141" name="Shape 139"/>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142" name="Text 140"/>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143" name="Shape 141"/>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144" name="Shape 142"/>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145" name="Shape 143"/>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146" name="Text 144"/>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147" name="Shape 145"/>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148" name="Text 146"/>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149" name="Shape 147"/>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150" name="Text 148"/>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151" name="Text 149"/>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Witness contains State Correlation, Evidence Generation, Confidence Assessment, Diff Analysis, Causal Tracing, and Validation. It outputs Verified State or Rejected State. The Rejection Chute is mandatory. Witness is a constitutional monument.</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3438277" y="3096846"/>
            <a:ext cx="20109" cy="20109"/>
          </a:xfrm>
          <a:prstGeom prst="ellipse">
            <a:avLst/>
          </a:prstGeom>
          <a:solidFill>
            <a:srgbClr val="FFFFFF">
              <a:alpha val="10000"/>
            </a:srgbClr>
          </a:solidFill>
          <a:ln w="12700">
            <a:solidFill>
              <a:srgbClr val="FFFFFF"/>
            </a:solidFill>
            <a:prstDash val="solid"/>
          </a:ln>
        </p:spPr>
      </p:sp>
      <p:sp>
        <p:nvSpPr>
          <p:cNvPr id="4" name="Shape 2"/>
          <p:cNvSpPr/>
          <p:nvPr/>
        </p:nvSpPr>
        <p:spPr>
          <a:xfrm>
            <a:off x="1588376" y="1275300"/>
            <a:ext cx="33627" cy="33627"/>
          </a:xfrm>
          <a:prstGeom prst="ellipse">
            <a:avLst/>
          </a:prstGeom>
          <a:solidFill>
            <a:srgbClr val="FFFFFF">
              <a:alpha val="10000"/>
            </a:srgbClr>
          </a:solidFill>
          <a:ln w="12700">
            <a:solidFill>
              <a:srgbClr val="FFFFFF"/>
            </a:solidFill>
            <a:prstDash val="solid"/>
          </a:ln>
        </p:spPr>
      </p:sp>
      <p:sp>
        <p:nvSpPr>
          <p:cNvPr id="5" name="Shape 3"/>
          <p:cNvSpPr/>
          <p:nvPr/>
        </p:nvSpPr>
        <p:spPr>
          <a:xfrm>
            <a:off x="1203996" y="3060139"/>
            <a:ext cx="20763" cy="20763"/>
          </a:xfrm>
          <a:prstGeom prst="ellipse">
            <a:avLst/>
          </a:prstGeom>
          <a:solidFill>
            <a:srgbClr val="FFFFFF">
              <a:alpha val="10000"/>
            </a:srgbClr>
          </a:solidFill>
          <a:ln w="12700">
            <a:solidFill>
              <a:srgbClr val="FFFFFF"/>
            </a:solidFill>
            <a:prstDash val="solid"/>
          </a:ln>
        </p:spPr>
      </p:sp>
      <p:sp>
        <p:nvSpPr>
          <p:cNvPr id="6" name="Shape 4"/>
          <p:cNvSpPr/>
          <p:nvPr/>
        </p:nvSpPr>
        <p:spPr>
          <a:xfrm>
            <a:off x="5018657" y="3147593"/>
            <a:ext cx="31269" cy="31269"/>
          </a:xfrm>
          <a:prstGeom prst="ellipse">
            <a:avLst/>
          </a:prstGeom>
          <a:solidFill>
            <a:srgbClr val="FFFFFF">
              <a:alpha val="10000"/>
            </a:srgbClr>
          </a:solidFill>
          <a:ln w="12700">
            <a:solidFill>
              <a:srgbClr val="FFFFFF"/>
            </a:solidFill>
            <a:prstDash val="solid"/>
          </a:ln>
        </p:spPr>
      </p:sp>
      <p:sp>
        <p:nvSpPr>
          <p:cNvPr id="7" name="Shape 5"/>
          <p:cNvSpPr/>
          <p:nvPr/>
        </p:nvSpPr>
        <p:spPr>
          <a:xfrm>
            <a:off x="1216063" y="330576"/>
            <a:ext cx="34326" cy="34326"/>
          </a:xfrm>
          <a:prstGeom prst="ellipse">
            <a:avLst/>
          </a:prstGeom>
          <a:solidFill>
            <a:srgbClr val="FFFFFF">
              <a:alpha val="10000"/>
            </a:srgbClr>
          </a:solidFill>
          <a:ln w="12700">
            <a:solidFill>
              <a:srgbClr val="FFFFFF"/>
            </a:solidFill>
            <a:prstDash val="solid"/>
          </a:ln>
        </p:spPr>
      </p:sp>
      <p:sp>
        <p:nvSpPr>
          <p:cNvPr id="8" name="Shape 6"/>
          <p:cNvSpPr/>
          <p:nvPr/>
        </p:nvSpPr>
        <p:spPr>
          <a:xfrm>
            <a:off x="4794136" y="5022460"/>
            <a:ext cx="21378" cy="21378"/>
          </a:xfrm>
          <a:prstGeom prst="ellipse">
            <a:avLst/>
          </a:prstGeom>
          <a:solidFill>
            <a:srgbClr val="FFFFFF">
              <a:alpha val="10000"/>
            </a:srgbClr>
          </a:solidFill>
          <a:ln w="12700">
            <a:solidFill>
              <a:srgbClr val="FFFFFF"/>
            </a:solidFill>
            <a:prstDash val="solid"/>
          </a:ln>
        </p:spPr>
      </p:sp>
      <p:sp>
        <p:nvSpPr>
          <p:cNvPr id="9" name="Shape 7"/>
          <p:cNvSpPr/>
          <p:nvPr/>
        </p:nvSpPr>
        <p:spPr>
          <a:xfrm>
            <a:off x="5348009" y="4004312"/>
            <a:ext cx="11846" cy="11846"/>
          </a:xfrm>
          <a:prstGeom prst="ellipse">
            <a:avLst/>
          </a:prstGeom>
          <a:solidFill>
            <a:srgbClr val="FFFFFF">
              <a:alpha val="10000"/>
            </a:srgbClr>
          </a:solidFill>
          <a:ln w="12700">
            <a:solidFill>
              <a:srgbClr val="FFFFFF"/>
            </a:solidFill>
            <a:prstDash val="solid"/>
          </a:ln>
        </p:spPr>
      </p:sp>
      <p:sp>
        <p:nvSpPr>
          <p:cNvPr id="10" name="Shape 8"/>
          <p:cNvSpPr/>
          <p:nvPr/>
        </p:nvSpPr>
        <p:spPr>
          <a:xfrm>
            <a:off x="3197942" y="4269587"/>
            <a:ext cx="10606" cy="10606"/>
          </a:xfrm>
          <a:prstGeom prst="ellipse">
            <a:avLst/>
          </a:prstGeom>
          <a:solidFill>
            <a:srgbClr val="FFFFFF">
              <a:alpha val="10000"/>
            </a:srgbClr>
          </a:solidFill>
          <a:ln w="12700">
            <a:solidFill>
              <a:srgbClr val="FFFFFF"/>
            </a:solidFill>
            <a:prstDash val="solid"/>
          </a:ln>
        </p:spPr>
      </p:sp>
      <p:sp>
        <p:nvSpPr>
          <p:cNvPr id="11" name="Shape 9"/>
          <p:cNvSpPr/>
          <p:nvPr/>
        </p:nvSpPr>
        <p:spPr>
          <a:xfrm>
            <a:off x="3643952" y="2754521"/>
            <a:ext cx="12296" cy="12296"/>
          </a:xfrm>
          <a:prstGeom prst="ellipse">
            <a:avLst/>
          </a:prstGeom>
          <a:solidFill>
            <a:srgbClr val="FFFFFF">
              <a:alpha val="10000"/>
            </a:srgbClr>
          </a:solidFill>
          <a:ln w="12700">
            <a:solidFill>
              <a:srgbClr val="FFFFFF"/>
            </a:solidFill>
            <a:prstDash val="solid"/>
          </a:ln>
        </p:spPr>
      </p:sp>
      <p:sp>
        <p:nvSpPr>
          <p:cNvPr id="12" name="Shape 10"/>
          <p:cNvSpPr/>
          <p:nvPr/>
        </p:nvSpPr>
        <p:spPr>
          <a:xfrm>
            <a:off x="3354483" y="4175159"/>
            <a:ext cx="17432" cy="17432"/>
          </a:xfrm>
          <a:prstGeom prst="ellipse">
            <a:avLst/>
          </a:prstGeom>
          <a:solidFill>
            <a:srgbClr val="FFFFFF">
              <a:alpha val="10000"/>
            </a:srgbClr>
          </a:solidFill>
          <a:ln w="12700">
            <a:solidFill>
              <a:srgbClr val="FFFFFF"/>
            </a:solidFill>
            <a:prstDash val="solid"/>
          </a:ln>
        </p:spPr>
      </p:sp>
      <p:sp>
        <p:nvSpPr>
          <p:cNvPr id="13" name="Shape 11"/>
          <p:cNvSpPr/>
          <p:nvPr/>
        </p:nvSpPr>
        <p:spPr>
          <a:xfrm>
            <a:off x="198977" y="6587186"/>
            <a:ext cx="31541" cy="31541"/>
          </a:xfrm>
          <a:prstGeom prst="ellipse">
            <a:avLst/>
          </a:prstGeom>
          <a:solidFill>
            <a:srgbClr val="FFFFFF">
              <a:alpha val="10000"/>
            </a:srgbClr>
          </a:solidFill>
          <a:ln w="12700">
            <a:solidFill>
              <a:srgbClr val="FFFFFF"/>
            </a:solidFill>
            <a:prstDash val="solid"/>
          </a:ln>
        </p:spPr>
      </p:sp>
      <p:sp>
        <p:nvSpPr>
          <p:cNvPr id="14" name="Shape 12"/>
          <p:cNvSpPr/>
          <p:nvPr/>
        </p:nvSpPr>
        <p:spPr>
          <a:xfrm>
            <a:off x="7011878" y="4912691"/>
            <a:ext cx="36380" cy="36380"/>
          </a:xfrm>
          <a:prstGeom prst="ellipse">
            <a:avLst/>
          </a:prstGeom>
          <a:solidFill>
            <a:srgbClr val="FFFFFF">
              <a:alpha val="10000"/>
            </a:srgbClr>
          </a:solidFill>
          <a:ln w="12700">
            <a:solidFill>
              <a:srgbClr val="FFFFFF"/>
            </a:solidFill>
            <a:prstDash val="solid"/>
          </a:ln>
        </p:spPr>
      </p:sp>
      <p:sp>
        <p:nvSpPr>
          <p:cNvPr id="15" name="Shape 13"/>
          <p:cNvSpPr/>
          <p:nvPr/>
        </p:nvSpPr>
        <p:spPr>
          <a:xfrm>
            <a:off x="6275256" y="3598994"/>
            <a:ext cx="34856" cy="34856"/>
          </a:xfrm>
          <a:prstGeom prst="ellipse">
            <a:avLst/>
          </a:prstGeom>
          <a:solidFill>
            <a:srgbClr val="FFFFFF">
              <a:alpha val="10000"/>
            </a:srgbClr>
          </a:solidFill>
          <a:ln w="12700">
            <a:solidFill>
              <a:srgbClr val="FFFFFF"/>
            </a:solidFill>
            <a:prstDash val="solid"/>
          </a:ln>
        </p:spPr>
      </p:sp>
      <p:sp>
        <p:nvSpPr>
          <p:cNvPr id="16" name="Shape 14"/>
          <p:cNvSpPr/>
          <p:nvPr/>
        </p:nvSpPr>
        <p:spPr>
          <a:xfrm>
            <a:off x="3171342" y="3908081"/>
            <a:ext cx="28119" cy="28119"/>
          </a:xfrm>
          <a:prstGeom prst="ellipse">
            <a:avLst/>
          </a:prstGeom>
          <a:solidFill>
            <a:srgbClr val="FFFFFF">
              <a:alpha val="10000"/>
            </a:srgbClr>
          </a:solidFill>
          <a:ln w="12700">
            <a:solidFill>
              <a:srgbClr val="FFFFFF"/>
            </a:solidFill>
            <a:prstDash val="solid"/>
          </a:ln>
        </p:spPr>
      </p:sp>
      <p:sp>
        <p:nvSpPr>
          <p:cNvPr id="17" name="Shape 15"/>
          <p:cNvSpPr/>
          <p:nvPr/>
        </p:nvSpPr>
        <p:spPr>
          <a:xfrm>
            <a:off x="107734" y="4621304"/>
            <a:ext cx="28505" cy="28505"/>
          </a:xfrm>
          <a:prstGeom prst="ellipse">
            <a:avLst/>
          </a:prstGeom>
          <a:solidFill>
            <a:srgbClr val="FFFFFF">
              <a:alpha val="10000"/>
            </a:srgbClr>
          </a:solidFill>
          <a:ln w="12700">
            <a:solidFill>
              <a:srgbClr val="FFFFFF"/>
            </a:solidFill>
            <a:prstDash val="solid"/>
          </a:ln>
        </p:spPr>
      </p:sp>
      <p:sp>
        <p:nvSpPr>
          <p:cNvPr id="18" name="Shape 16"/>
          <p:cNvSpPr/>
          <p:nvPr/>
        </p:nvSpPr>
        <p:spPr>
          <a:xfrm>
            <a:off x="8676373" y="5799402"/>
            <a:ext cx="9682" cy="9682"/>
          </a:xfrm>
          <a:prstGeom prst="ellipse">
            <a:avLst/>
          </a:prstGeom>
          <a:solidFill>
            <a:srgbClr val="FFFFFF">
              <a:alpha val="10000"/>
            </a:srgbClr>
          </a:solidFill>
          <a:ln w="12700">
            <a:solidFill>
              <a:srgbClr val="FFFFFF"/>
            </a:solidFill>
            <a:prstDash val="solid"/>
          </a:ln>
        </p:spPr>
      </p:sp>
      <p:sp>
        <p:nvSpPr>
          <p:cNvPr id="19" name="Shape 17"/>
          <p:cNvSpPr/>
          <p:nvPr/>
        </p:nvSpPr>
        <p:spPr>
          <a:xfrm>
            <a:off x="9033030" y="2639229"/>
            <a:ext cx="18448" cy="18448"/>
          </a:xfrm>
          <a:prstGeom prst="ellipse">
            <a:avLst/>
          </a:prstGeom>
          <a:solidFill>
            <a:srgbClr val="FFFFFF">
              <a:alpha val="10000"/>
            </a:srgbClr>
          </a:solidFill>
          <a:ln w="12700">
            <a:solidFill>
              <a:srgbClr val="FFFFFF"/>
            </a:solidFill>
            <a:prstDash val="solid"/>
          </a:ln>
        </p:spPr>
      </p:sp>
      <p:sp>
        <p:nvSpPr>
          <p:cNvPr id="20" name="Shape 18"/>
          <p:cNvSpPr/>
          <p:nvPr/>
        </p:nvSpPr>
        <p:spPr>
          <a:xfrm>
            <a:off x="6690096" y="3908807"/>
            <a:ext cx="20352" cy="20352"/>
          </a:xfrm>
          <a:prstGeom prst="ellipse">
            <a:avLst/>
          </a:prstGeom>
          <a:solidFill>
            <a:srgbClr val="FFFFFF">
              <a:alpha val="10000"/>
            </a:srgbClr>
          </a:solidFill>
          <a:ln w="12700">
            <a:solidFill>
              <a:srgbClr val="FFFFFF"/>
            </a:solidFill>
            <a:prstDash val="solid"/>
          </a:ln>
        </p:spPr>
      </p:sp>
      <p:sp>
        <p:nvSpPr>
          <p:cNvPr id="21" name="Shape 19"/>
          <p:cNvSpPr/>
          <p:nvPr/>
        </p:nvSpPr>
        <p:spPr>
          <a:xfrm>
            <a:off x="3300627" y="187268"/>
            <a:ext cx="34954" cy="34954"/>
          </a:xfrm>
          <a:prstGeom prst="ellipse">
            <a:avLst/>
          </a:prstGeom>
          <a:solidFill>
            <a:srgbClr val="FFFFFF">
              <a:alpha val="10000"/>
            </a:srgbClr>
          </a:solidFill>
          <a:ln w="12700">
            <a:solidFill>
              <a:srgbClr val="FFFFFF"/>
            </a:solidFill>
            <a:prstDash val="solid"/>
          </a:ln>
        </p:spPr>
      </p:sp>
      <p:sp>
        <p:nvSpPr>
          <p:cNvPr id="22" name="Shape 20"/>
          <p:cNvSpPr/>
          <p:nvPr/>
        </p:nvSpPr>
        <p:spPr>
          <a:xfrm>
            <a:off x="3389054" y="4537979"/>
            <a:ext cx="23088" cy="23088"/>
          </a:xfrm>
          <a:prstGeom prst="ellipse">
            <a:avLst/>
          </a:prstGeom>
          <a:solidFill>
            <a:srgbClr val="FFFFFF">
              <a:alpha val="10000"/>
            </a:srgbClr>
          </a:solidFill>
          <a:ln w="12700">
            <a:solidFill>
              <a:srgbClr val="FFFFFF"/>
            </a:solidFill>
            <a:prstDash val="solid"/>
          </a:ln>
        </p:spPr>
      </p:sp>
      <p:sp>
        <p:nvSpPr>
          <p:cNvPr id="23" name="Shape 21"/>
          <p:cNvSpPr/>
          <p:nvPr/>
        </p:nvSpPr>
        <p:spPr>
          <a:xfrm>
            <a:off x="3010880" y="1720898"/>
            <a:ext cx="13837" cy="13837"/>
          </a:xfrm>
          <a:prstGeom prst="ellipse">
            <a:avLst/>
          </a:prstGeom>
          <a:solidFill>
            <a:srgbClr val="FFFFFF">
              <a:alpha val="10000"/>
            </a:srgbClr>
          </a:solidFill>
          <a:ln w="12700">
            <a:solidFill>
              <a:srgbClr val="FFFFFF"/>
            </a:solidFill>
            <a:prstDash val="solid"/>
          </a:ln>
        </p:spPr>
      </p:sp>
      <p:sp>
        <p:nvSpPr>
          <p:cNvPr id="24" name="Shape 22"/>
          <p:cNvSpPr/>
          <p:nvPr/>
        </p:nvSpPr>
        <p:spPr>
          <a:xfrm>
            <a:off x="628429" y="3459365"/>
            <a:ext cx="21548" cy="21548"/>
          </a:xfrm>
          <a:prstGeom prst="ellipse">
            <a:avLst/>
          </a:prstGeom>
          <a:solidFill>
            <a:srgbClr val="FFFFFF">
              <a:alpha val="10000"/>
            </a:srgbClr>
          </a:solidFill>
          <a:ln w="12700">
            <a:solidFill>
              <a:srgbClr val="FFFFFF"/>
            </a:solidFill>
            <a:prstDash val="solid"/>
          </a:ln>
        </p:spPr>
      </p:sp>
      <p:sp>
        <p:nvSpPr>
          <p:cNvPr id="25" name="Shape 23"/>
          <p:cNvSpPr/>
          <p:nvPr/>
        </p:nvSpPr>
        <p:spPr>
          <a:xfrm>
            <a:off x="1099118" y="3572857"/>
            <a:ext cx="15823" cy="15823"/>
          </a:xfrm>
          <a:prstGeom prst="ellipse">
            <a:avLst/>
          </a:prstGeom>
          <a:solidFill>
            <a:srgbClr val="FFFFFF">
              <a:alpha val="10000"/>
            </a:srgbClr>
          </a:solidFill>
          <a:ln w="12700">
            <a:solidFill>
              <a:srgbClr val="FFFFFF"/>
            </a:solidFill>
            <a:prstDash val="solid"/>
          </a:ln>
        </p:spPr>
      </p:sp>
      <p:sp>
        <p:nvSpPr>
          <p:cNvPr id="26" name="Shape 24"/>
          <p:cNvSpPr/>
          <p:nvPr/>
        </p:nvSpPr>
        <p:spPr>
          <a:xfrm>
            <a:off x="2698810" y="4666103"/>
            <a:ext cx="22808" cy="22808"/>
          </a:xfrm>
          <a:prstGeom prst="ellipse">
            <a:avLst/>
          </a:prstGeom>
          <a:solidFill>
            <a:srgbClr val="FFFFFF">
              <a:alpha val="10000"/>
            </a:srgbClr>
          </a:solidFill>
          <a:ln w="12700">
            <a:solidFill>
              <a:srgbClr val="FFFFFF"/>
            </a:solidFill>
            <a:prstDash val="solid"/>
          </a:ln>
        </p:spPr>
      </p:sp>
      <p:sp>
        <p:nvSpPr>
          <p:cNvPr id="27" name="Shape 25"/>
          <p:cNvSpPr/>
          <p:nvPr/>
        </p:nvSpPr>
        <p:spPr>
          <a:xfrm>
            <a:off x="8243461" y="6634939"/>
            <a:ext cx="19184" cy="19184"/>
          </a:xfrm>
          <a:prstGeom prst="ellipse">
            <a:avLst/>
          </a:prstGeom>
          <a:solidFill>
            <a:srgbClr val="FFFFFF">
              <a:alpha val="10000"/>
            </a:srgbClr>
          </a:solidFill>
          <a:ln w="12700">
            <a:solidFill>
              <a:srgbClr val="FFFFFF"/>
            </a:solidFill>
            <a:prstDash val="solid"/>
          </a:ln>
        </p:spPr>
      </p:sp>
      <p:sp>
        <p:nvSpPr>
          <p:cNvPr id="28" name="Shape 26"/>
          <p:cNvSpPr/>
          <p:nvPr/>
        </p:nvSpPr>
        <p:spPr>
          <a:xfrm>
            <a:off x="6844212" y="2553951"/>
            <a:ext cx="20547" cy="20547"/>
          </a:xfrm>
          <a:prstGeom prst="ellipse">
            <a:avLst/>
          </a:prstGeom>
          <a:solidFill>
            <a:srgbClr val="FFFFFF">
              <a:alpha val="10000"/>
            </a:srgbClr>
          </a:solidFill>
          <a:ln w="12700">
            <a:solidFill>
              <a:srgbClr val="FFFFFF"/>
            </a:solidFill>
            <a:prstDash val="solid"/>
          </a:ln>
        </p:spPr>
      </p:sp>
      <p:sp>
        <p:nvSpPr>
          <p:cNvPr id="29" name="Shape 27"/>
          <p:cNvSpPr/>
          <p:nvPr/>
        </p:nvSpPr>
        <p:spPr>
          <a:xfrm>
            <a:off x="9084087" y="5199576"/>
            <a:ext cx="34805" cy="34805"/>
          </a:xfrm>
          <a:prstGeom prst="ellipse">
            <a:avLst/>
          </a:prstGeom>
          <a:solidFill>
            <a:srgbClr val="FFFFFF">
              <a:alpha val="10000"/>
            </a:srgbClr>
          </a:solidFill>
          <a:ln w="12700">
            <a:solidFill>
              <a:srgbClr val="FFFFFF"/>
            </a:solidFill>
            <a:prstDash val="solid"/>
          </a:ln>
        </p:spPr>
      </p:sp>
      <p:sp>
        <p:nvSpPr>
          <p:cNvPr id="30" name="Shape 28"/>
          <p:cNvSpPr/>
          <p:nvPr/>
        </p:nvSpPr>
        <p:spPr>
          <a:xfrm>
            <a:off x="5513114" y="1716525"/>
            <a:ext cx="15179" cy="15179"/>
          </a:xfrm>
          <a:prstGeom prst="ellipse">
            <a:avLst/>
          </a:prstGeom>
          <a:solidFill>
            <a:srgbClr val="FFFFFF">
              <a:alpha val="10000"/>
            </a:srgbClr>
          </a:solidFill>
          <a:ln w="12700">
            <a:solidFill>
              <a:srgbClr val="FFFFFF"/>
            </a:solidFill>
            <a:prstDash val="solid"/>
          </a:ln>
        </p:spPr>
      </p:sp>
      <p:sp>
        <p:nvSpPr>
          <p:cNvPr id="31" name="Shape 29"/>
          <p:cNvSpPr/>
          <p:nvPr/>
        </p:nvSpPr>
        <p:spPr>
          <a:xfrm>
            <a:off x="8640976" y="1588491"/>
            <a:ext cx="33295" cy="33295"/>
          </a:xfrm>
          <a:prstGeom prst="ellipse">
            <a:avLst/>
          </a:prstGeom>
          <a:solidFill>
            <a:srgbClr val="FFFFFF">
              <a:alpha val="10000"/>
            </a:srgbClr>
          </a:solidFill>
          <a:ln w="12700">
            <a:solidFill>
              <a:srgbClr val="FFFFFF"/>
            </a:solidFill>
            <a:prstDash val="solid"/>
          </a:ln>
        </p:spPr>
      </p:sp>
      <p:sp>
        <p:nvSpPr>
          <p:cNvPr id="32" name="Shape 30"/>
          <p:cNvSpPr/>
          <p:nvPr/>
        </p:nvSpPr>
        <p:spPr>
          <a:xfrm>
            <a:off x="7396323" y="2585809"/>
            <a:ext cx="31136" cy="31136"/>
          </a:xfrm>
          <a:prstGeom prst="ellipse">
            <a:avLst/>
          </a:prstGeom>
          <a:solidFill>
            <a:srgbClr val="FFFFFF">
              <a:alpha val="10000"/>
            </a:srgbClr>
          </a:solidFill>
          <a:ln w="12700">
            <a:solidFill>
              <a:srgbClr val="FFFFFF"/>
            </a:solidFill>
            <a:prstDash val="solid"/>
          </a:ln>
        </p:spPr>
      </p:sp>
      <p:sp>
        <p:nvSpPr>
          <p:cNvPr id="33" name="Shape 31"/>
          <p:cNvSpPr/>
          <p:nvPr/>
        </p:nvSpPr>
        <p:spPr>
          <a:xfrm>
            <a:off x="3733155" y="3552679"/>
            <a:ext cx="33640" cy="33640"/>
          </a:xfrm>
          <a:prstGeom prst="ellipse">
            <a:avLst/>
          </a:prstGeom>
          <a:solidFill>
            <a:srgbClr val="FFFFFF">
              <a:alpha val="10000"/>
            </a:srgbClr>
          </a:solidFill>
          <a:ln w="12700">
            <a:solidFill>
              <a:srgbClr val="FFFFFF"/>
            </a:solidFill>
            <a:prstDash val="solid"/>
          </a:ln>
        </p:spPr>
      </p:sp>
      <p:sp>
        <p:nvSpPr>
          <p:cNvPr id="34" name="Shape 32"/>
          <p:cNvSpPr/>
          <p:nvPr/>
        </p:nvSpPr>
        <p:spPr>
          <a:xfrm>
            <a:off x="367806" y="3631038"/>
            <a:ext cx="31902" cy="31902"/>
          </a:xfrm>
          <a:prstGeom prst="ellipse">
            <a:avLst/>
          </a:prstGeom>
          <a:solidFill>
            <a:srgbClr val="FFFFFF">
              <a:alpha val="10000"/>
            </a:srgbClr>
          </a:solidFill>
          <a:ln w="12700">
            <a:solidFill>
              <a:srgbClr val="FFFFFF"/>
            </a:solidFill>
            <a:prstDash val="solid"/>
          </a:ln>
        </p:spPr>
      </p:sp>
      <p:sp>
        <p:nvSpPr>
          <p:cNvPr id="35" name="Shape 33"/>
          <p:cNvSpPr/>
          <p:nvPr/>
        </p:nvSpPr>
        <p:spPr>
          <a:xfrm>
            <a:off x="5195414" y="4923712"/>
            <a:ext cx="20458" cy="20458"/>
          </a:xfrm>
          <a:prstGeom prst="ellipse">
            <a:avLst/>
          </a:prstGeom>
          <a:solidFill>
            <a:srgbClr val="FFFFFF">
              <a:alpha val="10000"/>
            </a:srgbClr>
          </a:solidFill>
          <a:ln w="12700">
            <a:solidFill>
              <a:srgbClr val="FFFFFF"/>
            </a:solidFill>
            <a:prstDash val="solid"/>
          </a:ln>
        </p:spPr>
      </p:sp>
      <p:sp>
        <p:nvSpPr>
          <p:cNvPr id="36" name="Shape 34"/>
          <p:cNvSpPr/>
          <p:nvPr/>
        </p:nvSpPr>
        <p:spPr>
          <a:xfrm>
            <a:off x="1473281" y="2370772"/>
            <a:ext cx="17729" cy="17729"/>
          </a:xfrm>
          <a:prstGeom prst="ellipse">
            <a:avLst/>
          </a:prstGeom>
          <a:solidFill>
            <a:srgbClr val="FFFFFF">
              <a:alpha val="10000"/>
            </a:srgbClr>
          </a:solidFill>
          <a:ln w="12700">
            <a:solidFill>
              <a:srgbClr val="FFFFFF"/>
            </a:solidFill>
            <a:prstDash val="solid"/>
          </a:ln>
        </p:spPr>
      </p:sp>
      <p:sp>
        <p:nvSpPr>
          <p:cNvPr id="37" name="Shape 35"/>
          <p:cNvSpPr/>
          <p:nvPr/>
        </p:nvSpPr>
        <p:spPr>
          <a:xfrm>
            <a:off x="37703" y="176646"/>
            <a:ext cx="26474" cy="26474"/>
          </a:xfrm>
          <a:prstGeom prst="ellipse">
            <a:avLst/>
          </a:prstGeom>
          <a:solidFill>
            <a:srgbClr val="FFFFFF">
              <a:alpha val="10000"/>
            </a:srgbClr>
          </a:solidFill>
          <a:ln w="12700">
            <a:solidFill>
              <a:srgbClr val="FFFFFF"/>
            </a:solidFill>
            <a:prstDash val="solid"/>
          </a:ln>
        </p:spPr>
      </p:sp>
      <p:sp>
        <p:nvSpPr>
          <p:cNvPr id="38" name="Shape 36"/>
          <p:cNvSpPr/>
          <p:nvPr/>
        </p:nvSpPr>
        <p:spPr>
          <a:xfrm>
            <a:off x="6418348" y="148207"/>
            <a:ext cx="32266" cy="32266"/>
          </a:xfrm>
          <a:prstGeom prst="ellipse">
            <a:avLst/>
          </a:prstGeom>
          <a:solidFill>
            <a:srgbClr val="FFFFFF">
              <a:alpha val="10000"/>
            </a:srgbClr>
          </a:solidFill>
          <a:ln w="12700">
            <a:solidFill>
              <a:srgbClr val="FFFFFF"/>
            </a:solidFill>
            <a:prstDash val="solid"/>
          </a:ln>
        </p:spPr>
      </p:sp>
      <p:sp>
        <p:nvSpPr>
          <p:cNvPr id="39" name="Shape 37"/>
          <p:cNvSpPr/>
          <p:nvPr/>
        </p:nvSpPr>
        <p:spPr>
          <a:xfrm>
            <a:off x="6014079" y="4396288"/>
            <a:ext cx="23034" cy="23034"/>
          </a:xfrm>
          <a:prstGeom prst="ellipse">
            <a:avLst/>
          </a:prstGeom>
          <a:solidFill>
            <a:srgbClr val="FFFFFF">
              <a:alpha val="10000"/>
            </a:srgbClr>
          </a:solidFill>
          <a:ln w="12700">
            <a:solidFill>
              <a:srgbClr val="FFFFFF"/>
            </a:solidFill>
            <a:prstDash val="solid"/>
          </a:ln>
        </p:spPr>
      </p:sp>
      <p:sp>
        <p:nvSpPr>
          <p:cNvPr id="40" name="Shape 38"/>
          <p:cNvSpPr/>
          <p:nvPr/>
        </p:nvSpPr>
        <p:spPr>
          <a:xfrm>
            <a:off x="621380" y="4412717"/>
            <a:ext cx="9734" cy="9734"/>
          </a:xfrm>
          <a:prstGeom prst="ellipse">
            <a:avLst/>
          </a:prstGeom>
          <a:solidFill>
            <a:srgbClr val="FFFFFF">
              <a:alpha val="10000"/>
            </a:srgbClr>
          </a:solidFill>
          <a:ln w="12700">
            <a:solidFill>
              <a:srgbClr val="FFFFFF"/>
            </a:solidFill>
            <a:prstDash val="solid"/>
          </a:ln>
        </p:spPr>
      </p:sp>
      <p:sp>
        <p:nvSpPr>
          <p:cNvPr id="41" name="Shape 39"/>
          <p:cNvSpPr/>
          <p:nvPr/>
        </p:nvSpPr>
        <p:spPr>
          <a:xfrm>
            <a:off x="7157940" y="2741922"/>
            <a:ext cx="32858" cy="32858"/>
          </a:xfrm>
          <a:prstGeom prst="ellipse">
            <a:avLst/>
          </a:prstGeom>
          <a:solidFill>
            <a:srgbClr val="FFFFFF">
              <a:alpha val="10000"/>
            </a:srgbClr>
          </a:solidFill>
          <a:ln w="12700">
            <a:solidFill>
              <a:srgbClr val="FFFFFF"/>
            </a:solidFill>
            <a:prstDash val="solid"/>
          </a:ln>
        </p:spPr>
      </p:sp>
      <p:sp>
        <p:nvSpPr>
          <p:cNvPr id="42" name="Shape 40"/>
          <p:cNvSpPr/>
          <p:nvPr/>
        </p:nvSpPr>
        <p:spPr>
          <a:xfrm>
            <a:off x="9087553" y="4702636"/>
            <a:ext cx="20103" cy="20103"/>
          </a:xfrm>
          <a:prstGeom prst="ellipse">
            <a:avLst/>
          </a:prstGeom>
          <a:solidFill>
            <a:srgbClr val="FFFFFF">
              <a:alpha val="10000"/>
            </a:srgbClr>
          </a:solidFill>
          <a:ln w="12700">
            <a:solidFill>
              <a:srgbClr val="FFFFFF"/>
            </a:solidFill>
            <a:prstDash val="solid"/>
          </a:ln>
        </p:spPr>
      </p:sp>
      <p:sp>
        <p:nvSpPr>
          <p:cNvPr id="43" name="Shape 41"/>
          <p:cNvSpPr/>
          <p:nvPr/>
        </p:nvSpPr>
        <p:spPr>
          <a:xfrm>
            <a:off x="4226429" y="4293715"/>
            <a:ext cx="33250" cy="33250"/>
          </a:xfrm>
          <a:prstGeom prst="ellipse">
            <a:avLst/>
          </a:prstGeom>
          <a:solidFill>
            <a:srgbClr val="FFFFFF">
              <a:alpha val="10000"/>
            </a:srgbClr>
          </a:solidFill>
          <a:ln w="12700">
            <a:solidFill>
              <a:srgbClr val="FFFFFF"/>
            </a:solidFill>
            <a:prstDash val="solid"/>
          </a:ln>
        </p:spPr>
      </p:sp>
      <p:sp>
        <p:nvSpPr>
          <p:cNvPr id="44" name="Shape 42"/>
          <p:cNvSpPr/>
          <p:nvPr/>
        </p:nvSpPr>
        <p:spPr>
          <a:xfrm>
            <a:off x="3185156" y="5762538"/>
            <a:ext cx="13328" cy="13328"/>
          </a:xfrm>
          <a:prstGeom prst="ellipse">
            <a:avLst/>
          </a:prstGeom>
          <a:solidFill>
            <a:srgbClr val="FFFFFF">
              <a:alpha val="10000"/>
            </a:srgbClr>
          </a:solidFill>
          <a:ln w="12700">
            <a:solidFill>
              <a:srgbClr val="FFFFFF"/>
            </a:solidFill>
            <a:prstDash val="solid"/>
          </a:ln>
        </p:spPr>
      </p:sp>
      <p:sp>
        <p:nvSpPr>
          <p:cNvPr id="45" name="Shape 43"/>
          <p:cNvSpPr/>
          <p:nvPr/>
        </p:nvSpPr>
        <p:spPr>
          <a:xfrm>
            <a:off x="7908957" y="6432242"/>
            <a:ext cx="36171" cy="36171"/>
          </a:xfrm>
          <a:prstGeom prst="ellipse">
            <a:avLst/>
          </a:prstGeom>
          <a:solidFill>
            <a:srgbClr val="FFFFFF">
              <a:alpha val="10000"/>
            </a:srgbClr>
          </a:solidFill>
          <a:ln w="12700">
            <a:solidFill>
              <a:srgbClr val="FFFFFF"/>
            </a:solidFill>
            <a:prstDash val="solid"/>
          </a:ln>
        </p:spPr>
      </p:sp>
      <p:sp>
        <p:nvSpPr>
          <p:cNvPr id="46" name="Shape 44"/>
          <p:cNvSpPr/>
          <p:nvPr/>
        </p:nvSpPr>
        <p:spPr>
          <a:xfrm>
            <a:off x="3022316" y="4637533"/>
            <a:ext cx="19323" cy="19323"/>
          </a:xfrm>
          <a:prstGeom prst="ellipse">
            <a:avLst/>
          </a:prstGeom>
          <a:solidFill>
            <a:srgbClr val="FFFFFF">
              <a:alpha val="10000"/>
            </a:srgbClr>
          </a:solidFill>
          <a:ln w="12700">
            <a:solidFill>
              <a:srgbClr val="FFFFFF"/>
            </a:solidFill>
            <a:prstDash val="solid"/>
          </a:ln>
        </p:spPr>
      </p:sp>
      <p:sp>
        <p:nvSpPr>
          <p:cNvPr id="47" name="Shape 45"/>
          <p:cNvSpPr/>
          <p:nvPr/>
        </p:nvSpPr>
        <p:spPr>
          <a:xfrm>
            <a:off x="8927465" y="2232406"/>
            <a:ext cx="27264" cy="27264"/>
          </a:xfrm>
          <a:prstGeom prst="ellipse">
            <a:avLst/>
          </a:prstGeom>
          <a:solidFill>
            <a:srgbClr val="FFFFFF">
              <a:alpha val="10000"/>
            </a:srgbClr>
          </a:solidFill>
          <a:ln w="12700">
            <a:solidFill>
              <a:srgbClr val="FFFFFF"/>
            </a:solidFill>
            <a:prstDash val="solid"/>
          </a:ln>
        </p:spPr>
      </p:sp>
      <p:sp>
        <p:nvSpPr>
          <p:cNvPr id="48" name="Shape 46"/>
          <p:cNvSpPr/>
          <p:nvPr/>
        </p:nvSpPr>
        <p:spPr>
          <a:xfrm>
            <a:off x="6869654" y="4654080"/>
            <a:ext cx="30352" cy="30352"/>
          </a:xfrm>
          <a:prstGeom prst="ellipse">
            <a:avLst/>
          </a:prstGeom>
          <a:solidFill>
            <a:srgbClr val="FFFFFF">
              <a:alpha val="10000"/>
            </a:srgbClr>
          </a:solidFill>
          <a:ln w="12700">
            <a:solidFill>
              <a:srgbClr val="FFFFFF"/>
            </a:solidFill>
            <a:prstDash val="solid"/>
          </a:ln>
        </p:spPr>
      </p:sp>
      <p:sp>
        <p:nvSpPr>
          <p:cNvPr id="49" name="Shape 47"/>
          <p:cNvSpPr/>
          <p:nvPr/>
        </p:nvSpPr>
        <p:spPr>
          <a:xfrm>
            <a:off x="2580919" y="4111256"/>
            <a:ext cx="18612" cy="18612"/>
          </a:xfrm>
          <a:prstGeom prst="ellipse">
            <a:avLst/>
          </a:prstGeom>
          <a:solidFill>
            <a:srgbClr val="FFFFFF">
              <a:alpha val="10000"/>
            </a:srgbClr>
          </a:solidFill>
          <a:ln w="12700">
            <a:solidFill>
              <a:srgbClr val="FFFFFF"/>
            </a:solidFill>
            <a:prstDash val="solid"/>
          </a:ln>
        </p:spPr>
      </p:sp>
      <p:sp>
        <p:nvSpPr>
          <p:cNvPr id="50" name="Shape 48"/>
          <p:cNvSpPr/>
          <p:nvPr/>
        </p:nvSpPr>
        <p:spPr>
          <a:xfrm>
            <a:off x="3454623" y="2941067"/>
            <a:ext cx="33108" cy="33108"/>
          </a:xfrm>
          <a:prstGeom prst="ellipse">
            <a:avLst/>
          </a:prstGeom>
          <a:solidFill>
            <a:srgbClr val="FFFFFF">
              <a:alpha val="10000"/>
            </a:srgbClr>
          </a:solidFill>
          <a:ln w="12700">
            <a:solidFill>
              <a:srgbClr val="FFFFFF"/>
            </a:solidFill>
            <a:prstDash val="solid"/>
          </a:ln>
        </p:spPr>
      </p:sp>
      <p:sp>
        <p:nvSpPr>
          <p:cNvPr id="51" name="Shape 49"/>
          <p:cNvSpPr/>
          <p:nvPr/>
        </p:nvSpPr>
        <p:spPr>
          <a:xfrm>
            <a:off x="3291730" y="381850"/>
            <a:ext cx="13760" cy="13760"/>
          </a:xfrm>
          <a:prstGeom prst="ellipse">
            <a:avLst/>
          </a:prstGeom>
          <a:solidFill>
            <a:srgbClr val="FFFFFF">
              <a:alpha val="10000"/>
            </a:srgbClr>
          </a:solidFill>
          <a:ln w="12700">
            <a:solidFill>
              <a:srgbClr val="FFFFFF"/>
            </a:solidFill>
            <a:prstDash val="solid"/>
          </a:ln>
        </p:spPr>
      </p:sp>
      <p:sp>
        <p:nvSpPr>
          <p:cNvPr id="52" name="Shape 50"/>
          <p:cNvSpPr/>
          <p:nvPr/>
        </p:nvSpPr>
        <p:spPr>
          <a:xfrm>
            <a:off x="8588578" y="1183054"/>
            <a:ext cx="29955" cy="29955"/>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Bedrock</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Canonical Reality</a:t>
            </a:r>
            <a:endParaRPr lang="en-US" sz="1000" dirty="0"/>
          </a:p>
        </p:txBody>
      </p:sp>
      <p:sp>
        <p:nvSpPr>
          <p:cNvPr id="93" name="Shape 91"/>
          <p:cNvSpPr/>
          <p:nvPr/>
        </p:nvSpPr>
        <p:spPr>
          <a:xfrm>
            <a:off x="0" y="2423160"/>
            <a:ext cx="9144000" cy="228600"/>
          </a:xfrm>
          <a:prstGeom prst="rect">
            <a:avLst/>
          </a:prstGeom>
          <a:solidFill>
            <a:srgbClr val="404040">
              <a:alpha val="10000"/>
            </a:srgbClr>
          </a:solidFill>
          <a:ln w="12700">
            <a:solidFill>
              <a:srgbClr val="707070"/>
            </a:solidFill>
            <a:prstDash val="solid"/>
          </a:ln>
        </p:spPr>
      </p:sp>
      <p:sp>
        <p:nvSpPr>
          <p:cNvPr id="94" name="Shape 92"/>
          <p:cNvSpPr/>
          <p:nvPr/>
        </p:nvSpPr>
        <p:spPr>
          <a:xfrm>
            <a:off x="0" y="2651760"/>
            <a:ext cx="9144000" cy="228600"/>
          </a:xfrm>
          <a:prstGeom prst="rect">
            <a:avLst/>
          </a:prstGeom>
          <a:solidFill>
            <a:srgbClr val="505050">
              <a:alpha val="10000"/>
            </a:srgbClr>
          </a:solidFill>
          <a:ln w="12700">
            <a:solidFill>
              <a:srgbClr val="707070"/>
            </a:solidFill>
            <a:prstDash val="solid"/>
          </a:ln>
        </p:spPr>
      </p:sp>
      <p:sp>
        <p:nvSpPr>
          <p:cNvPr id="95" name="Shape 93"/>
          <p:cNvSpPr/>
          <p:nvPr/>
        </p:nvSpPr>
        <p:spPr>
          <a:xfrm>
            <a:off x="0" y="2880360"/>
            <a:ext cx="9144000" cy="228600"/>
          </a:xfrm>
          <a:prstGeom prst="rect">
            <a:avLst/>
          </a:prstGeom>
          <a:solidFill>
            <a:srgbClr val="606060">
              <a:alpha val="10000"/>
            </a:srgbClr>
          </a:solidFill>
          <a:ln w="12700">
            <a:solidFill>
              <a:srgbClr val="707070"/>
            </a:solidFill>
            <a:prstDash val="solid"/>
          </a:ln>
        </p:spPr>
      </p:sp>
      <p:sp>
        <p:nvSpPr>
          <p:cNvPr id="96" name="Shape 94"/>
          <p:cNvSpPr/>
          <p:nvPr/>
        </p:nvSpPr>
        <p:spPr>
          <a:xfrm>
            <a:off x="0" y="3108960"/>
            <a:ext cx="9144000" cy="228600"/>
          </a:xfrm>
          <a:prstGeom prst="rect">
            <a:avLst/>
          </a:prstGeom>
          <a:solidFill>
            <a:srgbClr val="505050">
              <a:alpha val="10000"/>
            </a:srgbClr>
          </a:solidFill>
          <a:ln w="12700">
            <a:solidFill>
              <a:srgbClr val="707070"/>
            </a:solidFill>
            <a:prstDash val="solid"/>
          </a:ln>
        </p:spPr>
      </p:sp>
      <p:sp>
        <p:nvSpPr>
          <p:cNvPr id="97" name="Shape 95"/>
          <p:cNvSpPr/>
          <p:nvPr/>
        </p:nvSpPr>
        <p:spPr>
          <a:xfrm>
            <a:off x="0" y="3337560"/>
            <a:ext cx="9144000" cy="228600"/>
          </a:xfrm>
          <a:prstGeom prst="rect">
            <a:avLst/>
          </a:prstGeom>
          <a:solidFill>
            <a:srgbClr val="404040">
              <a:alpha val="10000"/>
            </a:srgbClr>
          </a:solidFill>
          <a:ln w="12700">
            <a:solidFill>
              <a:srgbClr val="707070"/>
            </a:solidFill>
            <a:prstDash val="solid"/>
          </a:ln>
        </p:spPr>
      </p:sp>
      <p:sp>
        <p:nvSpPr>
          <p:cNvPr id="98" name="Shape 96"/>
          <p:cNvSpPr/>
          <p:nvPr/>
        </p:nvSpPr>
        <p:spPr>
          <a:xfrm>
            <a:off x="457200" y="2423160"/>
            <a:ext cx="1097280" cy="3154680"/>
          </a:xfrm>
          <a:prstGeom prst="rect">
            <a:avLst/>
          </a:prstGeom>
          <a:solidFill>
            <a:srgbClr val="454545">
              <a:alpha val="15000"/>
            </a:srgbClr>
          </a:solidFill>
          <a:ln w="12700">
            <a:solidFill>
              <a:srgbClr val="757575"/>
            </a:solidFill>
            <a:prstDash val="solid"/>
          </a:ln>
        </p:spPr>
      </p:sp>
      <p:sp>
        <p:nvSpPr>
          <p:cNvPr id="99" name="Shape 97"/>
          <p:cNvSpPr/>
          <p:nvPr/>
        </p:nvSpPr>
        <p:spPr>
          <a:xfrm>
            <a:off x="2286000" y="2423160"/>
            <a:ext cx="1097280" cy="3154680"/>
          </a:xfrm>
          <a:prstGeom prst="rect">
            <a:avLst/>
          </a:prstGeom>
          <a:solidFill>
            <a:srgbClr val="555555">
              <a:alpha val="15000"/>
            </a:srgbClr>
          </a:solidFill>
          <a:ln w="12700">
            <a:solidFill>
              <a:srgbClr val="757575"/>
            </a:solidFill>
            <a:prstDash val="solid"/>
          </a:ln>
        </p:spPr>
      </p:sp>
      <p:sp>
        <p:nvSpPr>
          <p:cNvPr id="100" name="Shape 98"/>
          <p:cNvSpPr/>
          <p:nvPr/>
        </p:nvSpPr>
        <p:spPr>
          <a:xfrm>
            <a:off x="4114800" y="2423160"/>
            <a:ext cx="1097280" cy="3154680"/>
          </a:xfrm>
          <a:prstGeom prst="rect">
            <a:avLst/>
          </a:prstGeom>
          <a:solidFill>
            <a:srgbClr val="656565">
              <a:alpha val="15000"/>
            </a:srgbClr>
          </a:solidFill>
          <a:ln w="12700">
            <a:solidFill>
              <a:srgbClr val="757575"/>
            </a:solidFill>
            <a:prstDash val="solid"/>
          </a:ln>
        </p:spPr>
      </p:sp>
      <p:sp>
        <p:nvSpPr>
          <p:cNvPr id="101" name="Shape 99"/>
          <p:cNvSpPr/>
          <p:nvPr/>
        </p:nvSpPr>
        <p:spPr>
          <a:xfrm>
            <a:off x="914400" y="2697480"/>
            <a:ext cx="365760" cy="274320"/>
          </a:xfrm>
          <a:prstGeom prst="rect">
            <a:avLst/>
          </a:prstGeom>
          <a:solidFill>
            <a:srgbClr val="4A4A4A">
              <a:alpha val="20000"/>
            </a:srgbClr>
          </a:solidFill>
          <a:ln w="25400">
            <a:solidFill>
              <a:srgbClr val="7A7A7A"/>
            </a:solidFill>
            <a:prstDash val="solid"/>
          </a:ln>
        </p:spPr>
      </p:sp>
      <p:sp>
        <p:nvSpPr>
          <p:cNvPr id="102" name="Text 100"/>
          <p:cNvSpPr/>
          <p:nvPr/>
        </p:nvSpPr>
        <p:spPr>
          <a:xfrm>
            <a:off x="1005840" y="2880360"/>
            <a:ext cx="274320" cy="68580"/>
          </a:xfrm>
          <a:prstGeom prst="rect">
            <a:avLst/>
          </a:prstGeom>
          <a:noFill/>
          <a:ln/>
        </p:spPr>
        <p:txBody>
          <a:bodyPr wrap="square" rtlCol="0" anchor="ctr"/>
          <a:lstStyle/>
          <a:p>
            <a:pPr algn="ctr" indent="0" marL="0">
              <a:buNone/>
            </a:pPr>
            <a:r>
              <a:rPr lang="en-US" sz="500" dirty="0">
                <a:solidFill>
                  <a:srgbClr val="9A9A9A"/>
                </a:solidFill>
              </a:rPr>
              <a:t>VAULT 1</a:t>
            </a:r>
            <a:endParaRPr lang="en-US" sz="500" dirty="0"/>
          </a:p>
        </p:txBody>
      </p:sp>
      <p:sp>
        <p:nvSpPr>
          <p:cNvPr id="103" name="Shape 101"/>
          <p:cNvSpPr/>
          <p:nvPr/>
        </p:nvSpPr>
        <p:spPr>
          <a:xfrm>
            <a:off x="3200400" y="2971800"/>
            <a:ext cx="365760" cy="274320"/>
          </a:xfrm>
          <a:prstGeom prst="rect">
            <a:avLst/>
          </a:prstGeom>
          <a:solidFill>
            <a:srgbClr val="4A4A4A">
              <a:alpha val="20000"/>
            </a:srgbClr>
          </a:solidFill>
          <a:ln w="25400">
            <a:solidFill>
              <a:srgbClr val="7A7A7A"/>
            </a:solidFill>
            <a:prstDash val="solid"/>
          </a:ln>
        </p:spPr>
      </p:sp>
      <p:sp>
        <p:nvSpPr>
          <p:cNvPr id="104" name="Text 102"/>
          <p:cNvSpPr/>
          <p:nvPr/>
        </p:nvSpPr>
        <p:spPr>
          <a:xfrm>
            <a:off x="3291840" y="3154680"/>
            <a:ext cx="274320" cy="68580"/>
          </a:xfrm>
          <a:prstGeom prst="rect">
            <a:avLst/>
          </a:prstGeom>
          <a:noFill/>
          <a:ln/>
        </p:spPr>
        <p:txBody>
          <a:bodyPr wrap="square" rtlCol="0" anchor="ctr"/>
          <a:lstStyle/>
          <a:p>
            <a:pPr algn="ctr" indent="0" marL="0">
              <a:buNone/>
            </a:pPr>
            <a:r>
              <a:rPr lang="en-US" sz="500" dirty="0">
                <a:solidFill>
                  <a:srgbClr val="9A9A9A"/>
                </a:solidFill>
              </a:rPr>
              <a:t>VAULT 2</a:t>
            </a:r>
            <a:endParaRPr lang="en-US" sz="500" dirty="0"/>
          </a:p>
        </p:txBody>
      </p:sp>
      <p:sp>
        <p:nvSpPr>
          <p:cNvPr id="105" name="Shape 103"/>
          <p:cNvSpPr/>
          <p:nvPr/>
        </p:nvSpPr>
        <p:spPr>
          <a:xfrm>
            <a:off x="5486400" y="2788920"/>
            <a:ext cx="365760" cy="274320"/>
          </a:xfrm>
          <a:prstGeom prst="rect">
            <a:avLst/>
          </a:prstGeom>
          <a:solidFill>
            <a:srgbClr val="4A4A4A">
              <a:alpha val="20000"/>
            </a:srgbClr>
          </a:solidFill>
          <a:ln w="25400">
            <a:solidFill>
              <a:srgbClr val="7A7A7A"/>
            </a:solidFill>
            <a:prstDash val="solid"/>
          </a:ln>
        </p:spPr>
      </p:sp>
      <p:sp>
        <p:nvSpPr>
          <p:cNvPr id="106" name="Text 104"/>
          <p:cNvSpPr/>
          <p:nvPr/>
        </p:nvSpPr>
        <p:spPr>
          <a:xfrm>
            <a:off x="5577840" y="2971800"/>
            <a:ext cx="274320" cy="68580"/>
          </a:xfrm>
          <a:prstGeom prst="rect">
            <a:avLst/>
          </a:prstGeom>
          <a:noFill/>
          <a:ln/>
        </p:spPr>
        <p:txBody>
          <a:bodyPr wrap="square" rtlCol="0" anchor="ctr"/>
          <a:lstStyle/>
          <a:p>
            <a:pPr algn="ctr" indent="0" marL="0">
              <a:buNone/>
            </a:pPr>
            <a:r>
              <a:rPr lang="en-US" sz="500" dirty="0">
                <a:solidFill>
                  <a:srgbClr val="9A9A9A"/>
                </a:solidFill>
              </a:rPr>
              <a:t>VAULT 3</a:t>
            </a:r>
            <a:endParaRPr lang="en-US" sz="500" dirty="0"/>
          </a:p>
        </p:txBody>
      </p:sp>
      <p:sp>
        <p:nvSpPr>
          <p:cNvPr id="107" name="Shape 105"/>
          <p:cNvSpPr/>
          <p:nvPr/>
        </p:nvSpPr>
        <p:spPr>
          <a:xfrm>
            <a:off x="7772400" y="2880360"/>
            <a:ext cx="365760" cy="274320"/>
          </a:xfrm>
          <a:prstGeom prst="rect">
            <a:avLst/>
          </a:prstGeom>
          <a:solidFill>
            <a:srgbClr val="4A4A4A">
              <a:alpha val="20000"/>
            </a:srgbClr>
          </a:solidFill>
          <a:ln w="25400">
            <a:solidFill>
              <a:srgbClr val="7A7A7A"/>
            </a:solidFill>
            <a:prstDash val="solid"/>
          </a:ln>
        </p:spPr>
      </p:sp>
      <p:sp>
        <p:nvSpPr>
          <p:cNvPr id="108" name="Text 106"/>
          <p:cNvSpPr/>
          <p:nvPr/>
        </p:nvSpPr>
        <p:spPr>
          <a:xfrm>
            <a:off x="7863840" y="3063240"/>
            <a:ext cx="274320" cy="68580"/>
          </a:xfrm>
          <a:prstGeom prst="rect">
            <a:avLst/>
          </a:prstGeom>
          <a:noFill/>
          <a:ln/>
        </p:spPr>
        <p:txBody>
          <a:bodyPr wrap="square" rtlCol="0" anchor="ctr"/>
          <a:lstStyle/>
          <a:p>
            <a:pPr algn="ctr" indent="0" marL="0">
              <a:buNone/>
            </a:pPr>
            <a:r>
              <a:rPr lang="en-US" sz="500" dirty="0">
                <a:solidFill>
                  <a:srgbClr val="9A9A9A"/>
                </a:solidFill>
              </a:rPr>
              <a:t>VAULT 4</a:t>
            </a:r>
            <a:endParaRPr lang="en-US" sz="500" dirty="0"/>
          </a:p>
        </p:txBody>
      </p:sp>
      <p:sp>
        <p:nvSpPr>
          <p:cNvPr id="109" name="Shape 107"/>
          <p:cNvSpPr/>
          <p:nvPr/>
        </p:nvSpPr>
        <p:spPr>
          <a:xfrm>
            <a:off x="0" y="2423160"/>
            <a:ext cx="0" cy="3154680"/>
          </a:xfrm>
          <a:prstGeom prst="line">
            <a:avLst/>
          </a:prstGeom>
          <a:noFill/>
          <a:ln w="6350">
            <a:solidFill>
              <a:srgbClr val="555555"/>
            </a:solidFill>
            <a:prstDash val="dash"/>
          </a:ln>
        </p:spPr>
      </p:sp>
      <p:sp>
        <p:nvSpPr>
          <p:cNvPr id="110" name="Shape 108"/>
          <p:cNvSpPr/>
          <p:nvPr/>
        </p:nvSpPr>
        <p:spPr>
          <a:xfrm>
            <a:off x="274320" y="2423160"/>
            <a:ext cx="0" cy="3154680"/>
          </a:xfrm>
          <a:prstGeom prst="line">
            <a:avLst/>
          </a:prstGeom>
          <a:noFill/>
          <a:ln w="6350">
            <a:solidFill>
              <a:srgbClr val="555555"/>
            </a:solidFill>
            <a:prstDash val="dash"/>
          </a:ln>
        </p:spPr>
      </p:sp>
      <p:sp>
        <p:nvSpPr>
          <p:cNvPr id="111" name="Shape 109"/>
          <p:cNvSpPr/>
          <p:nvPr/>
        </p:nvSpPr>
        <p:spPr>
          <a:xfrm>
            <a:off x="548640" y="2423160"/>
            <a:ext cx="0" cy="3154680"/>
          </a:xfrm>
          <a:prstGeom prst="line">
            <a:avLst/>
          </a:prstGeom>
          <a:noFill/>
          <a:ln w="6350">
            <a:solidFill>
              <a:srgbClr val="555555"/>
            </a:solidFill>
            <a:prstDash val="dash"/>
          </a:ln>
        </p:spPr>
      </p:sp>
      <p:sp>
        <p:nvSpPr>
          <p:cNvPr id="112" name="Shape 110"/>
          <p:cNvSpPr/>
          <p:nvPr/>
        </p:nvSpPr>
        <p:spPr>
          <a:xfrm>
            <a:off x="822960" y="2423160"/>
            <a:ext cx="0" cy="3154680"/>
          </a:xfrm>
          <a:prstGeom prst="line">
            <a:avLst/>
          </a:prstGeom>
          <a:noFill/>
          <a:ln w="6350">
            <a:solidFill>
              <a:srgbClr val="555555"/>
            </a:solidFill>
            <a:prstDash val="dash"/>
          </a:ln>
        </p:spPr>
      </p:sp>
      <p:sp>
        <p:nvSpPr>
          <p:cNvPr id="113" name="Shape 111"/>
          <p:cNvSpPr/>
          <p:nvPr/>
        </p:nvSpPr>
        <p:spPr>
          <a:xfrm>
            <a:off x="1097280" y="2423160"/>
            <a:ext cx="0" cy="3154680"/>
          </a:xfrm>
          <a:prstGeom prst="line">
            <a:avLst/>
          </a:prstGeom>
          <a:noFill/>
          <a:ln w="6350">
            <a:solidFill>
              <a:srgbClr val="555555"/>
            </a:solidFill>
            <a:prstDash val="dash"/>
          </a:ln>
        </p:spPr>
      </p:sp>
      <p:sp>
        <p:nvSpPr>
          <p:cNvPr id="114" name="Shape 112"/>
          <p:cNvSpPr/>
          <p:nvPr/>
        </p:nvSpPr>
        <p:spPr>
          <a:xfrm>
            <a:off x="1371600" y="2423160"/>
            <a:ext cx="0" cy="3154680"/>
          </a:xfrm>
          <a:prstGeom prst="line">
            <a:avLst/>
          </a:prstGeom>
          <a:noFill/>
          <a:ln w="6350">
            <a:solidFill>
              <a:srgbClr val="555555"/>
            </a:solidFill>
            <a:prstDash val="dash"/>
          </a:ln>
        </p:spPr>
      </p:sp>
      <p:sp>
        <p:nvSpPr>
          <p:cNvPr id="115" name="Shape 113"/>
          <p:cNvSpPr/>
          <p:nvPr/>
        </p:nvSpPr>
        <p:spPr>
          <a:xfrm>
            <a:off x="1645920" y="2423160"/>
            <a:ext cx="0" cy="3154680"/>
          </a:xfrm>
          <a:prstGeom prst="line">
            <a:avLst/>
          </a:prstGeom>
          <a:noFill/>
          <a:ln w="6350">
            <a:solidFill>
              <a:srgbClr val="555555"/>
            </a:solidFill>
            <a:prstDash val="dash"/>
          </a:ln>
        </p:spPr>
      </p:sp>
      <p:sp>
        <p:nvSpPr>
          <p:cNvPr id="116" name="Shape 114"/>
          <p:cNvSpPr/>
          <p:nvPr/>
        </p:nvSpPr>
        <p:spPr>
          <a:xfrm>
            <a:off x="1920240" y="2423160"/>
            <a:ext cx="0" cy="3154680"/>
          </a:xfrm>
          <a:prstGeom prst="line">
            <a:avLst/>
          </a:prstGeom>
          <a:noFill/>
          <a:ln w="6350">
            <a:solidFill>
              <a:srgbClr val="555555"/>
            </a:solidFill>
            <a:prstDash val="dash"/>
          </a:ln>
        </p:spPr>
      </p:sp>
      <p:sp>
        <p:nvSpPr>
          <p:cNvPr id="117" name="Shape 115"/>
          <p:cNvSpPr/>
          <p:nvPr/>
        </p:nvSpPr>
        <p:spPr>
          <a:xfrm>
            <a:off x="2194560" y="2423160"/>
            <a:ext cx="0" cy="3154680"/>
          </a:xfrm>
          <a:prstGeom prst="line">
            <a:avLst/>
          </a:prstGeom>
          <a:noFill/>
          <a:ln w="6350">
            <a:solidFill>
              <a:srgbClr val="555555"/>
            </a:solidFill>
            <a:prstDash val="dash"/>
          </a:ln>
        </p:spPr>
      </p:sp>
      <p:sp>
        <p:nvSpPr>
          <p:cNvPr id="118" name="Shape 116"/>
          <p:cNvSpPr/>
          <p:nvPr/>
        </p:nvSpPr>
        <p:spPr>
          <a:xfrm>
            <a:off x="2468880" y="2423160"/>
            <a:ext cx="0" cy="3154680"/>
          </a:xfrm>
          <a:prstGeom prst="line">
            <a:avLst/>
          </a:prstGeom>
          <a:noFill/>
          <a:ln w="6350">
            <a:solidFill>
              <a:srgbClr val="555555"/>
            </a:solidFill>
            <a:prstDash val="dash"/>
          </a:ln>
        </p:spPr>
      </p:sp>
      <p:sp>
        <p:nvSpPr>
          <p:cNvPr id="119" name="Shape 117"/>
          <p:cNvSpPr/>
          <p:nvPr/>
        </p:nvSpPr>
        <p:spPr>
          <a:xfrm>
            <a:off x="2743200" y="2423160"/>
            <a:ext cx="0" cy="3154680"/>
          </a:xfrm>
          <a:prstGeom prst="line">
            <a:avLst/>
          </a:prstGeom>
          <a:noFill/>
          <a:ln w="6350">
            <a:solidFill>
              <a:srgbClr val="555555"/>
            </a:solidFill>
            <a:prstDash val="dash"/>
          </a:ln>
        </p:spPr>
      </p:sp>
      <p:sp>
        <p:nvSpPr>
          <p:cNvPr id="120" name="Shape 118"/>
          <p:cNvSpPr/>
          <p:nvPr/>
        </p:nvSpPr>
        <p:spPr>
          <a:xfrm>
            <a:off x="3017520" y="2423160"/>
            <a:ext cx="0" cy="3154680"/>
          </a:xfrm>
          <a:prstGeom prst="line">
            <a:avLst/>
          </a:prstGeom>
          <a:noFill/>
          <a:ln w="6350">
            <a:solidFill>
              <a:srgbClr val="555555"/>
            </a:solidFill>
            <a:prstDash val="dash"/>
          </a:ln>
        </p:spPr>
      </p:sp>
      <p:sp>
        <p:nvSpPr>
          <p:cNvPr id="121" name="Shape 119"/>
          <p:cNvSpPr/>
          <p:nvPr/>
        </p:nvSpPr>
        <p:spPr>
          <a:xfrm>
            <a:off x="3291840" y="2423160"/>
            <a:ext cx="0" cy="3154680"/>
          </a:xfrm>
          <a:prstGeom prst="line">
            <a:avLst/>
          </a:prstGeom>
          <a:noFill/>
          <a:ln w="6350">
            <a:solidFill>
              <a:srgbClr val="555555"/>
            </a:solidFill>
            <a:prstDash val="dash"/>
          </a:ln>
        </p:spPr>
      </p:sp>
      <p:sp>
        <p:nvSpPr>
          <p:cNvPr id="122" name="Shape 120"/>
          <p:cNvSpPr/>
          <p:nvPr/>
        </p:nvSpPr>
        <p:spPr>
          <a:xfrm>
            <a:off x="3566160" y="2423160"/>
            <a:ext cx="0" cy="3154680"/>
          </a:xfrm>
          <a:prstGeom prst="line">
            <a:avLst/>
          </a:prstGeom>
          <a:noFill/>
          <a:ln w="6350">
            <a:solidFill>
              <a:srgbClr val="555555"/>
            </a:solidFill>
            <a:prstDash val="dash"/>
          </a:ln>
        </p:spPr>
      </p:sp>
      <p:sp>
        <p:nvSpPr>
          <p:cNvPr id="123" name="Shape 121"/>
          <p:cNvSpPr/>
          <p:nvPr/>
        </p:nvSpPr>
        <p:spPr>
          <a:xfrm>
            <a:off x="3840480" y="2423160"/>
            <a:ext cx="0" cy="3154680"/>
          </a:xfrm>
          <a:prstGeom prst="line">
            <a:avLst/>
          </a:prstGeom>
          <a:noFill/>
          <a:ln w="6350">
            <a:solidFill>
              <a:srgbClr val="555555"/>
            </a:solidFill>
            <a:prstDash val="dash"/>
          </a:ln>
        </p:spPr>
      </p:sp>
      <p:sp>
        <p:nvSpPr>
          <p:cNvPr id="124" name="Shape 122"/>
          <p:cNvSpPr/>
          <p:nvPr/>
        </p:nvSpPr>
        <p:spPr>
          <a:xfrm>
            <a:off x="4114800" y="2423160"/>
            <a:ext cx="0" cy="3154680"/>
          </a:xfrm>
          <a:prstGeom prst="line">
            <a:avLst/>
          </a:prstGeom>
          <a:noFill/>
          <a:ln w="6350">
            <a:solidFill>
              <a:srgbClr val="555555"/>
            </a:solidFill>
            <a:prstDash val="dash"/>
          </a:ln>
        </p:spPr>
      </p:sp>
      <p:sp>
        <p:nvSpPr>
          <p:cNvPr id="125" name="Shape 123"/>
          <p:cNvSpPr/>
          <p:nvPr/>
        </p:nvSpPr>
        <p:spPr>
          <a:xfrm>
            <a:off x="4389120" y="2423160"/>
            <a:ext cx="0" cy="3154680"/>
          </a:xfrm>
          <a:prstGeom prst="line">
            <a:avLst/>
          </a:prstGeom>
          <a:noFill/>
          <a:ln w="6350">
            <a:solidFill>
              <a:srgbClr val="555555"/>
            </a:solidFill>
            <a:prstDash val="dash"/>
          </a:ln>
        </p:spPr>
      </p:sp>
      <p:sp>
        <p:nvSpPr>
          <p:cNvPr id="126" name="Shape 124"/>
          <p:cNvSpPr/>
          <p:nvPr/>
        </p:nvSpPr>
        <p:spPr>
          <a:xfrm>
            <a:off x="4663440" y="2423160"/>
            <a:ext cx="0" cy="3154680"/>
          </a:xfrm>
          <a:prstGeom prst="line">
            <a:avLst/>
          </a:prstGeom>
          <a:noFill/>
          <a:ln w="6350">
            <a:solidFill>
              <a:srgbClr val="555555"/>
            </a:solidFill>
            <a:prstDash val="dash"/>
          </a:ln>
        </p:spPr>
      </p:sp>
      <p:sp>
        <p:nvSpPr>
          <p:cNvPr id="127" name="Shape 125"/>
          <p:cNvSpPr/>
          <p:nvPr/>
        </p:nvSpPr>
        <p:spPr>
          <a:xfrm>
            <a:off x="4937760" y="2423160"/>
            <a:ext cx="0" cy="3154680"/>
          </a:xfrm>
          <a:prstGeom prst="line">
            <a:avLst/>
          </a:prstGeom>
          <a:noFill/>
          <a:ln w="6350">
            <a:solidFill>
              <a:srgbClr val="555555"/>
            </a:solidFill>
            <a:prstDash val="dash"/>
          </a:ln>
        </p:spPr>
      </p:sp>
      <p:sp>
        <p:nvSpPr>
          <p:cNvPr id="128" name="Shape 126"/>
          <p:cNvSpPr/>
          <p:nvPr/>
        </p:nvSpPr>
        <p:spPr>
          <a:xfrm>
            <a:off x="5212080" y="2423160"/>
            <a:ext cx="0" cy="3154680"/>
          </a:xfrm>
          <a:prstGeom prst="line">
            <a:avLst/>
          </a:prstGeom>
          <a:noFill/>
          <a:ln w="6350">
            <a:solidFill>
              <a:srgbClr val="555555"/>
            </a:solidFill>
            <a:prstDash val="dash"/>
          </a:ln>
        </p:spPr>
      </p:sp>
      <p:sp>
        <p:nvSpPr>
          <p:cNvPr id="129" name="Shape 127"/>
          <p:cNvSpPr/>
          <p:nvPr/>
        </p:nvSpPr>
        <p:spPr>
          <a:xfrm>
            <a:off x="5486400" y="2423160"/>
            <a:ext cx="0" cy="3154680"/>
          </a:xfrm>
          <a:prstGeom prst="line">
            <a:avLst/>
          </a:prstGeom>
          <a:noFill/>
          <a:ln w="6350">
            <a:solidFill>
              <a:srgbClr val="555555"/>
            </a:solidFill>
            <a:prstDash val="dash"/>
          </a:ln>
        </p:spPr>
      </p:sp>
      <p:sp>
        <p:nvSpPr>
          <p:cNvPr id="130" name="Shape 128"/>
          <p:cNvSpPr/>
          <p:nvPr/>
        </p:nvSpPr>
        <p:spPr>
          <a:xfrm>
            <a:off x="5760720" y="2423160"/>
            <a:ext cx="0" cy="3154680"/>
          </a:xfrm>
          <a:prstGeom prst="line">
            <a:avLst/>
          </a:prstGeom>
          <a:noFill/>
          <a:ln w="6350">
            <a:solidFill>
              <a:srgbClr val="555555"/>
            </a:solidFill>
            <a:prstDash val="dash"/>
          </a:ln>
        </p:spPr>
      </p:sp>
      <p:sp>
        <p:nvSpPr>
          <p:cNvPr id="131" name="Shape 129"/>
          <p:cNvSpPr/>
          <p:nvPr/>
        </p:nvSpPr>
        <p:spPr>
          <a:xfrm>
            <a:off x="6035040" y="2423160"/>
            <a:ext cx="0" cy="3154680"/>
          </a:xfrm>
          <a:prstGeom prst="line">
            <a:avLst/>
          </a:prstGeom>
          <a:noFill/>
          <a:ln w="6350">
            <a:solidFill>
              <a:srgbClr val="555555"/>
            </a:solidFill>
            <a:prstDash val="dash"/>
          </a:ln>
        </p:spPr>
      </p:sp>
      <p:sp>
        <p:nvSpPr>
          <p:cNvPr id="132" name="Shape 130"/>
          <p:cNvSpPr/>
          <p:nvPr/>
        </p:nvSpPr>
        <p:spPr>
          <a:xfrm>
            <a:off x="6309360" y="2423160"/>
            <a:ext cx="0" cy="3154680"/>
          </a:xfrm>
          <a:prstGeom prst="line">
            <a:avLst/>
          </a:prstGeom>
          <a:noFill/>
          <a:ln w="6350">
            <a:solidFill>
              <a:srgbClr val="555555"/>
            </a:solidFill>
            <a:prstDash val="dash"/>
          </a:ln>
        </p:spPr>
      </p:sp>
      <p:sp>
        <p:nvSpPr>
          <p:cNvPr id="133" name="Shape 131"/>
          <p:cNvSpPr/>
          <p:nvPr/>
        </p:nvSpPr>
        <p:spPr>
          <a:xfrm>
            <a:off x="6583680" y="2423160"/>
            <a:ext cx="0" cy="3154680"/>
          </a:xfrm>
          <a:prstGeom prst="line">
            <a:avLst/>
          </a:prstGeom>
          <a:noFill/>
          <a:ln w="6350">
            <a:solidFill>
              <a:srgbClr val="555555"/>
            </a:solidFill>
            <a:prstDash val="dash"/>
          </a:ln>
        </p:spPr>
      </p:sp>
      <p:sp>
        <p:nvSpPr>
          <p:cNvPr id="134" name="Shape 132"/>
          <p:cNvSpPr/>
          <p:nvPr/>
        </p:nvSpPr>
        <p:spPr>
          <a:xfrm>
            <a:off x="6858000" y="2423160"/>
            <a:ext cx="0" cy="3154680"/>
          </a:xfrm>
          <a:prstGeom prst="line">
            <a:avLst/>
          </a:prstGeom>
          <a:noFill/>
          <a:ln w="6350">
            <a:solidFill>
              <a:srgbClr val="555555"/>
            </a:solidFill>
            <a:prstDash val="dash"/>
          </a:ln>
        </p:spPr>
      </p:sp>
      <p:sp>
        <p:nvSpPr>
          <p:cNvPr id="135" name="Shape 133"/>
          <p:cNvSpPr/>
          <p:nvPr/>
        </p:nvSpPr>
        <p:spPr>
          <a:xfrm>
            <a:off x="7132320" y="2423160"/>
            <a:ext cx="0" cy="3154680"/>
          </a:xfrm>
          <a:prstGeom prst="line">
            <a:avLst/>
          </a:prstGeom>
          <a:noFill/>
          <a:ln w="6350">
            <a:solidFill>
              <a:srgbClr val="555555"/>
            </a:solidFill>
            <a:prstDash val="dash"/>
          </a:ln>
        </p:spPr>
      </p:sp>
      <p:sp>
        <p:nvSpPr>
          <p:cNvPr id="136" name="Shape 134"/>
          <p:cNvSpPr/>
          <p:nvPr/>
        </p:nvSpPr>
        <p:spPr>
          <a:xfrm>
            <a:off x="7406640" y="2423160"/>
            <a:ext cx="0" cy="3154680"/>
          </a:xfrm>
          <a:prstGeom prst="line">
            <a:avLst/>
          </a:prstGeom>
          <a:noFill/>
          <a:ln w="6350">
            <a:solidFill>
              <a:srgbClr val="555555"/>
            </a:solidFill>
            <a:prstDash val="dash"/>
          </a:ln>
        </p:spPr>
      </p:sp>
      <p:sp>
        <p:nvSpPr>
          <p:cNvPr id="137" name="Shape 135"/>
          <p:cNvSpPr/>
          <p:nvPr/>
        </p:nvSpPr>
        <p:spPr>
          <a:xfrm>
            <a:off x="7680960" y="2423160"/>
            <a:ext cx="0" cy="3154680"/>
          </a:xfrm>
          <a:prstGeom prst="line">
            <a:avLst/>
          </a:prstGeom>
          <a:noFill/>
          <a:ln w="6350">
            <a:solidFill>
              <a:srgbClr val="555555"/>
            </a:solidFill>
            <a:prstDash val="dash"/>
          </a:ln>
        </p:spPr>
      </p:sp>
      <p:sp>
        <p:nvSpPr>
          <p:cNvPr id="138" name="Shape 136"/>
          <p:cNvSpPr/>
          <p:nvPr/>
        </p:nvSpPr>
        <p:spPr>
          <a:xfrm>
            <a:off x="7955280" y="2423160"/>
            <a:ext cx="0" cy="3154680"/>
          </a:xfrm>
          <a:prstGeom prst="line">
            <a:avLst/>
          </a:prstGeom>
          <a:noFill/>
          <a:ln w="6350">
            <a:solidFill>
              <a:srgbClr val="555555"/>
            </a:solidFill>
            <a:prstDash val="dash"/>
          </a:ln>
        </p:spPr>
      </p:sp>
      <p:sp>
        <p:nvSpPr>
          <p:cNvPr id="139" name="Shape 137"/>
          <p:cNvSpPr/>
          <p:nvPr/>
        </p:nvSpPr>
        <p:spPr>
          <a:xfrm>
            <a:off x="8229600" y="2423160"/>
            <a:ext cx="0" cy="3154680"/>
          </a:xfrm>
          <a:prstGeom prst="line">
            <a:avLst/>
          </a:prstGeom>
          <a:noFill/>
          <a:ln w="6350">
            <a:solidFill>
              <a:srgbClr val="555555"/>
            </a:solidFill>
            <a:prstDash val="dash"/>
          </a:ln>
        </p:spPr>
      </p:sp>
      <p:sp>
        <p:nvSpPr>
          <p:cNvPr id="140" name="Shape 138"/>
          <p:cNvSpPr/>
          <p:nvPr/>
        </p:nvSpPr>
        <p:spPr>
          <a:xfrm>
            <a:off x="8503920" y="2423160"/>
            <a:ext cx="0" cy="3154680"/>
          </a:xfrm>
          <a:prstGeom prst="line">
            <a:avLst/>
          </a:prstGeom>
          <a:noFill/>
          <a:ln w="6350">
            <a:solidFill>
              <a:srgbClr val="555555"/>
            </a:solidFill>
            <a:prstDash val="dash"/>
          </a:ln>
        </p:spPr>
      </p:sp>
      <p:sp>
        <p:nvSpPr>
          <p:cNvPr id="141" name="Shape 139"/>
          <p:cNvSpPr/>
          <p:nvPr/>
        </p:nvSpPr>
        <p:spPr>
          <a:xfrm>
            <a:off x="8778240" y="2423160"/>
            <a:ext cx="0" cy="3154680"/>
          </a:xfrm>
          <a:prstGeom prst="line">
            <a:avLst/>
          </a:prstGeom>
          <a:noFill/>
          <a:ln w="6350">
            <a:solidFill>
              <a:srgbClr val="555555"/>
            </a:solidFill>
            <a:prstDash val="dash"/>
          </a:ln>
        </p:spPr>
      </p:sp>
      <p:sp>
        <p:nvSpPr>
          <p:cNvPr id="142" name="Shape 140"/>
          <p:cNvSpPr/>
          <p:nvPr/>
        </p:nvSpPr>
        <p:spPr>
          <a:xfrm>
            <a:off x="9052560" y="2423160"/>
            <a:ext cx="0" cy="3154680"/>
          </a:xfrm>
          <a:prstGeom prst="line">
            <a:avLst/>
          </a:prstGeom>
          <a:noFill/>
          <a:ln w="6350">
            <a:solidFill>
              <a:srgbClr val="555555"/>
            </a:solidFill>
            <a:prstDash val="dash"/>
          </a:ln>
        </p:spPr>
      </p:sp>
      <p:sp>
        <p:nvSpPr>
          <p:cNvPr id="143" name="Shape 141"/>
          <p:cNvSpPr/>
          <p:nvPr/>
        </p:nvSpPr>
        <p:spPr>
          <a:xfrm>
            <a:off x="0" y="2423160"/>
            <a:ext cx="9144000" cy="0"/>
          </a:xfrm>
          <a:prstGeom prst="line">
            <a:avLst/>
          </a:prstGeom>
          <a:noFill/>
          <a:ln w="6350">
            <a:solidFill>
              <a:srgbClr val="555555"/>
            </a:solidFill>
            <a:prstDash val="dash"/>
          </a:ln>
        </p:spPr>
      </p:sp>
      <p:sp>
        <p:nvSpPr>
          <p:cNvPr id="144" name="Shape 142"/>
          <p:cNvSpPr/>
          <p:nvPr/>
        </p:nvSpPr>
        <p:spPr>
          <a:xfrm>
            <a:off x="0" y="2697480"/>
            <a:ext cx="9144000" cy="0"/>
          </a:xfrm>
          <a:prstGeom prst="line">
            <a:avLst/>
          </a:prstGeom>
          <a:noFill/>
          <a:ln w="6350">
            <a:solidFill>
              <a:srgbClr val="555555"/>
            </a:solidFill>
            <a:prstDash val="dash"/>
          </a:ln>
        </p:spPr>
      </p:sp>
      <p:sp>
        <p:nvSpPr>
          <p:cNvPr id="145" name="Shape 143"/>
          <p:cNvSpPr/>
          <p:nvPr/>
        </p:nvSpPr>
        <p:spPr>
          <a:xfrm>
            <a:off x="0" y="2971800"/>
            <a:ext cx="9144000" cy="0"/>
          </a:xfrm>
          <a:prstGeom prst="line">
            <a:avLst/>
          </a:prstGeom>
          <a:noFill/>
          <a:ln w="6350">
            <a:solidFill>
              <a:srgbClr val="555555"/>
            </a:solidFill>
            <a:prstDash val="dash"/>
          </a:ln>
        </p:spPr>
      </p:sp>
      <p:sp>
        <p:nvSpPr>
          <p:cNvPr id="146" name="Shape 144"/>
          <p:cNvSpPr/>
          <p:nvPr/>
        </p:nvSpPr>
        <p:spPr>
          <a:xfrm>
            <a:off x="0" y="3246120"/>
            <a:ext cx="9144000" cy="0"/>
          </a:xfrm>
          <a:prstGeom prst="line">
            <a:avLst/>
          </a:prstGeom>
          <a:noFill/>
          <a:ln w="6350">
            <a:solidFill>
              <a:srgbClr val="555555"/>
            </a:solidFill>
            <a:prstDash val="dash"/>
          </a:ln>
        </p:spPr>
      </p:sp>
      <p:sp>
        <p:nvSpPr>
          <p:cNvPr id="147" name="Shape 145"/>
          <p:cNvSpPr/>
          <p:nvPr/>
        </p:nvSpPr>
        <p:spPr>
          <a:xfrm>
            <a:off x="0" y="3520440"/>
            <a:ext cx="9144000" cy="0"/>
          </a:xfrm>
          <a:prstGeom prst="line">
            <a:avLst/>
          </a:prstGeom>
          <a:noFill/>
          <a:ln w="6350">
            <a:solidFill>
              <a:srgbClr val="555555"/>
            </a:solidFill>
            <a:prstDash val="dash"/>
          </a:ln>
        </p:spPr>
      </p:sp>
      <p:sp>
        <p:nvSpPr>
          <p:cNvPr id="148" name="Shape 146"/>
          <p:cNvSpPr/>
          <p:nvPr/>
        </p:nvSpPr>
        <p:spPr>
          <a:xfrm>
            <a:off x="0" y="3794760"/>
            <a:ext cx="9144000" cy="0"/>
          </a:xfrm>
          <a:prstGeom prst="line">
            <a:avLst/>
          </a:prstGeom>
          <a:noFill/>
          <a:ln w="6350">
            <a:solidFill>
              <a:srgbClr val="555555"/>
            </a:solidFill>
            <a:prstDash val="dash"/>
          </a:ln>
        </p:spPr>
      </p:sp>
      <p:sp>
        <p:nvSpPr>
          <p:cNvPr id="149" name="Shape 147"/>
          <p:cNvSpPr/>
          <p:nvPr/>
        </p:nvSpPr>
        <p:spPr>
          <a:xfrm>
            <a:off x="0" y="4069080"/>
            <a:ext cx="9144000" cy="0"/>
          </a:xfrm>
          <a:prstGeom prst="line">
            <a:avLst/>
          </a:prstGeom>
          <a:noFill/>
          <a:ln w="6350">
            <a:solidFill>
              <a:srgbClr val="555555"/>
            </a:solidFill>
            <a:prstDash val="dash"/>
          </a:ln>
        </p:spPr>
      </p:sp>
      <p:sp>
        <p:nvSpPr>
          <p:cNvPr id="150" name="Shape 148"/>
          <p:cNvSpPr/>
          <p:nvPr/>
        </p:nvSpPr>
        <p:spPr>
          <a:xfrm>
            <a:off x="0" y="4343400"/>
            <a:ext cx="9144000" cy="0"/>
          </a:xfrm>
          <a:prstGeom prst="line">
            <a:avLst/>
          </a:prstGeom>
          <a:noFill/>
          <a:ln w="6350">
            <a:solidFill>
              <a:srgbClr val="555555"/>
            </a:solidFill>
            <a:prstDash val="dash"/>
          </a:ln>
        </p:spPr>
      </p:sp>
      <p:sp>
        <p:nvSpPr>
          <p:cNvPr id="151" name="Shape 149"/>
          <p:cNvSpPr/>
          <p:nvPr/>
        </p:nvSpPr>
        <p:spPr>
          <a:xfrm>
            <a:off x="0" y="4617720"/>
            <a:ext cx="9144000" cy="0"/>
          </a:xfrm>
          <a:prstGeom prst="line">
            <a:avLst/>
          </a:prstGeom>
          <a:noFill/>
          <a:ln w="6350">
            <a:solidFill>
              <a:srgbClr val="555555"/>
            </a:solidFill>
            <a:prstDash val="dash"/>
          </a:ln>
        </p:spPr>
      </p:sp>
      <p:sp>
        <p:nvSpPr>
          <p:cNvPr id="152" name="Shape 150"/>
          <p:cNvSpPr/>
          <p:nvPr/>
        </p:nvSpPr>
        <p:spPr>
          <a:xfrm>
            <a:off x="0" y="4892040"/>
            <a:ext cx="9144000" cy="0"/>
          </a:xfrm>
          <a:prstGeom prst="line">
            <a:avLst/>
          </a:prstGeom>
          <a:noFill/>
          <a:ln w="6350">
            <a:solidFill>
              <a:srgbClr val="555555"/>
            </a:solidFill>
            <a:prstDash val="dash"/>
          </a:ln>
        </p:spPr>
      </p:sp>
      <p:sp>
        <p:nvSpPr>
          <p:cNvPr id="153" name="Shape 151"/>
          <p:cNvSpPr/>
          <p:nvPr/>
        </p:nvSpPr>
        <p:spPr>
          <a:xfrm>
            <a:off x="0" y="5166360"/>
            <a:ext cx="9144000" cy="0"/>
          </a:xfrm>
          <a:prstGeom prst="line">
            <a:avLst/>
          </a:prstGeom>
          <a:noFill/>
          <a:ln w="6350">
            <a:solidFill>
              <a:srgbClr val="555555"/>
            </a:solidFill>
            <a:prstDash val="dash"/>
          </a:ln>
        </p:spPr>
      </p:sp>
      <p:sp>
        <p:nvSpPr>
          <p:cNvPr id="154" name="Shape 152"/>
          <p:cNvSpPr/>
          <p:nvPr/>
        </p:nvSpPr>
        <p:spPr>
          <a:xfrm>
            <a:off x="0" y="5440680"/>
            <a:ext cx="9144000" cy="0"/>
          </a:xfrm>
          <a:prstGeom prst="line">
            <a:avLst/>
          </a:prstGeom>
          <a:noFill/>
          <a:ln w="6350">
            <a:solidFill>
              <a:srgbClr val="555555"/>
            </a:solidFill>
            <a:prstDash val="dash"/>
          </a:ln>
        </p:spPr>
      </p:sp>
      <p:sp>
        <p:nvSpPr>
          <p:cNvPr id="155" name="Shape 153"/>
          <p:cNvSpPr/>
          <p:nvPr/>
        </p:nvSpPr>
        <p:spPr>
          <a:xfrm>
            <a:off x="1828800" y="2423160"/>
            <a:ext cx="274320" cy="3154680"/>
          </a:xfrm>
          <a:prstGeom prst="rect">
            <a:avLst/>
          </a:prstGeom>
          <a:solidFill>
            <a:srgbClr val="4A4A4A">
              <a:alpha val="15000"/>
            </a:srgbClr>
          </a:solidFill>
          <a:ln w="25400">
            <a:solidFill>
              <a:srgbClr val="7A7A7A"/>
            </a:solidFill>
            <a:prstDash val="solid"/>
          </a:ln>
        </p:spPr>
      </p:sp>
      <p:sp>
        <p:nvSpPr>
          <p:cNvPr id="156" name="Shape 154"/>
          <p:cNvSpPr/>
          <p:nvPr/>
        </p:nvSpPr>
        <p:spPr>
          <a:xfrm>
            <a:off x="4114800" y="2423160"/>
            <a:ext cx="274320" cy="3154680"/>
          </a:xfrm>
          <a:prstGeom prst="rect">
            <a:avLst/>
          </a:prstGeom>
          <a:solidFill>
            <a:srgbClr val="4A4A4A">
              <a:alpha val="15000"/>
            </a:srgbClr>
          </a:solidFill>
          <a:ln w="25400">
            <a:solidFill>
              <a:srgbClr val="7A7A7A"/>
            </a:solidFill>
            <a:prstDash val="solid"/>
          </a:ln>
        </p:spPr>
      </p:sp>
      <p:sp>
        <p:nvSpPr>
          <p:cNvPr id="157" name="Shape 155"/>
          <p:cNvSpPr/>
          <p:nvPr/>
        </p:nvSpPr>
        <p:spPr>
          <a:xfrm>
            <a:off x="6400800" y="2423160"/>
            <a:ext cx="274320" cy="3154680"/>
          </a:xfrm>
          <a:prstGeom prst="rect">
            <a:avLst/>
          </a:prstGeom>
          <a:solidFill>
            <a:srgbClr val="4A4A4A">
              <a:alpha val="15000"/>
            </a:srgbClr>
          </a:solidFill>
          <a:ln w="25400">
            <a:solidFill>
              <a:srgbClr val="7A7A7A"/>
            </a:solidFill>
            <a:prstDash val="solid"/>
          </a:ln>
        </p:spPr>
      </p:sp>
      <p:sp>
        <p:nvSpPr>
          <p:cNvPr id="158" name="Text 156"/>
          <p:cNvSpPr/>
          <p:nvPr/>
        </p:nvSpPr>
        <p:spPr>
          <a:xfrm>
            <a:off x="182880" y="5394960"/>
            <a:ext cx="1371600" cy="137160"/>
          </a:xfrm>
          <a:prstGeom prst="rect">
            <a:avLst/>
          </a:prstGeom>
          <a:noFill/>
          <a:ln/>
        </p:spPr>
        <p:txBody>
          <a:bodyPr wrap="square" rtlCol="0" anchor="ctr"/>
          <a:lstStyle/>
          <a:p>
            <a:pPr indent="0" marL="0">
              <a:buNone/>
            </a:pPr>
            <a:r>
              <a:rPr lang="en-US" sz="1000" b="1" dirty="0">
                <a:solidFill>
                  <a:srgbClr val="8A8A8A"/>
                </a:solidFill>
              </a:rPr>
              <a:t>BEDROCK</a:t>
            </a:r>
            <a:endParaRPr lang="en-US" sz="1000" dirty="0"/>
          </a:p>
        </p:txBody>
      </p:sp>
      <p:sp>
        <p:nvSpPr>
          <p:cNvPr id="159" name="Text 157"/>
          <p:cNvSpPr/>
          <p:nvPr/>
        </p:nvSpPr>
        <p:spPr>
          <a:xfrm>
            <a:off x="1828800" y="5394960"/>
            <a:ext cx="6400800" cy="137160"/>
          </a:xfrm>
          <a:prstGeom prst="rect">
            <a:avLst/>
          </a:prstGeom>
          <a:noFill/>
          <a:ln/>
        </p:spPr>
        <p:txBody>
          <a:bodyPr wrap="square" rtlCol="0" anchor="ctr"/>
          <a:lstStyle/>
          <a:p>
            <a:pPr indent="0" marL="0">
              <a:buNone/>
            </a:pPr>
            <a:r>
              <a:rPr lang="en-US" sz="700" dirty="0">
                <a:solidFill>
                  <a:srgbClr val="6A6A6A"/>
                </a:solidFill>
                <a:latin typeface="Courier New" pitchFamily="34" charset="0"/>
                <a:ea typeface="Courier New" pitchFamily="34" charset="-122"/>
                <a:cs typeface="Courier New" pitchFamily="34" charset="-120"/>
              </a:rPr>
              <a:t>IF IT IS NOT HERE, IT DID NOT HAPPEN</a:t>
            </a:r>
            <a:endParaRPr lang="en-US" sz="700" dirty="0"/>
          </a:p>
        </p:txBody>
      </p:sp>
      <p:sp>
        <p:nvSpPr>
          <p:cNvPr id="160" name="Shape 158"/>
          <p:cNvSpPr/>
          <p:nvPr/>
        </p:nvSpPr>
        <p:spPr>
          <a:xfrm>
            <a:off x="2468880" y="4823460"/>
            <a:ext cx="4206240" cy="457200"/>
          </a:xfrm>
          <a:prstGeom prst="ellipse">
            <a:avLst/>
          </a:prstGeom>
          <a:solidFill>
            <a:srgbClr val="1A1A1F">
              <a:alpha val="10000"/>
            </a:srgbClr>
          </a:solidFill>
          <a:ln w="19050">
            <a:solidFill>
              <a:srgbClr val="00E5FF"/>
            </a:solidFill>
            <a:prstDash val="solid"/>
          </a:ln>
        </p:spPr>
      </p:sp>
      <p:sp>
        <p:nvSpPr>
          <p:cNvPr id="161" name="Text 159"/>
          <p:cNvSpPr/>
          <p:nvPr/>
        </p:nvSpPr>
        <p:spPr>
          <a:xfrm>
            <a:off x="2487168" y="484174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62" name="Text 160"/>
          <p:cNvSpPr/>
          <p:nvPr/>
        </p:nvSpPr>
        <p:spPr>
          <a:xfrm>
            <a:off x="2880360" y="4841748"/>
            <a:ext cx="37490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Kernel</a:t>
            </a:r>
            <a:endParaRPr lang="en-US" sz="400" dirty="0"/>
          </a:p>
        </p:txBody>
      </p:sp>
      <p:sp>
        <p:nvSpPr>
          <p:cNvPr id="163" name="Text 161"/>
          <p:cNvSpPr/>
          <p:nvPr/>
        </p:nvSpPr>
        <p:spPr>
          <a:xfrm>
            <a:off x="2487168" y="489661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64" name="Text 162"/>
          <p:cNvSpPr/>
          <p:nvPr/>
        </p:nvSpPr>
        <p:spPr>
          <a:xfrm>
            <a:off x="2880360" y="4896612"/>
            <a:ext cx="37490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Canonical State Stored</a:t>
            </a:r>
            <a:endParaRPr lang="en-US" sz="400" dirty="0"/>
          </a:p>
        </p:txBody>
      </p:sp>
      <p:sp>
        <p:nvSpPr>
          <p:cNvPr id="165" name="Text 163"/>
          <p:cNvSpPr/>
          <p:nvPr/>
        </p:nvSpPr>
        <p:spPr>
          <a:xfrm>
            <a:off x="2487168" y="495147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66" name="Text 164"/>
          <p:cNvSpPr/>
          <p:nvPr/>
        </p:nvSpPr>
        <p:spPr>
          <a:xfrm>
            <a:off x="2880360" y="4951476"/>
            <a:ext cx="37490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0xDEF</a:t>
            </a:r>
            <a:endParaRPr lang="en-US" sz="400" dirty="0"/>
          </a:p>
        </p:txBody>
      </p:sp>
      <p:sp>
        <p:nvSpPr>
          <p:cNvPr id="167" name="Text 165"/>
          <p:cNvSpPr/>
          <p:nvPr/>
        </p:nvSpPr>
        <p:spPr>
          <a:xfrm>
            <a:off x="2487168" y="500634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68" name="Text 166"/>
          <p:cNvSpPr/>
          <p:nvPr/>
        </p:nvSpPr>
        <p:spPr>
          <a:xfrm>
            <a:off x="2880360" y="5006340"/>
            <a:ext cx="37490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100%</a:t>
            </a:r>
            <a:endParaRPr lang="en-US" sz="400" dirty="0"/>
          </a:p>
        </p:txBody>
      </p:sp>
      <p:sp>
        <p:nvSpPr>
          <p:cNvPr id="169" name="Text 167"/>
          <p:cNvSpPr/>
          <p:nvPr/>
        </p:nvSpPr>
        <p:spPr>
          <a:xfrm>
            <a:off x="2487168" y="506120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70" name="Text 168"/>
          <p:cNvSpPr/>
          <p:nvPr/>
        </p:nvSpPr>
        <p:spPr>
          <a:xfrm>
            <a:off x="2880360" y="5061204"/>
            <a:ext cx="37490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Stored</a:t>
            </a:r>
            <a:endParaRPr lang="en-US" sz="400" dirty="0"/>
          </a:p>
        </p:txBody>
      </p:sp>
      <p:sp>
        <p:nvSpPr>
          <p:cNvPr id="171" name="Text 169"/>
          <p:cNvSpPr/>
          <p:nvPr/>
        </p:nvSpPr>
        <p:spPr>
          <a:xfrm>
            <a:off x="2487168" y="511606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72" name="Text 170"/>
          <p:cNvSpPr/>
          <p:nvPr/>
        </p:nvSpPr>
        <p:spPr>
          <a:xfrm>
            <a:off x="2880360" y="5116068"/>
            <a:ext cx="37490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T+190</a:t>
            </a:r>
            <a:endParaRPr lang="en-US" sz="400" dirty="0"/>
          </a:p>
        </p:txBody>
      </p:sp>
      <p:sp>
        <p:nvSpPr>
          <p:cNvPr id="173" name="Shape 171"/>
          <p:cNvSpPr/>
          <p:nvPr/>
        </p:nvSpPr>
        <p:spPr>
          <a:xfrm>
            <a:off x="6638544" y="5244084"/>
            <a:ext cx="27432" cy="27432"/>
          </a:xfrm>
          <a:prstGeom prst="ellipse">
            <a:avLst/>
          </a:prstGeom>
          <a:solidFill>
            <a:srgbClr val="00FF00">
              <a:alpha val="30000"/>
            </a:srgbClr>
          </a:solidFill>
          <a:ln w="12700">
            <a:solidFill>
              <a:srgbClr val="00FF00"/>
            </a:solidFill>
            <a:prstDash val="solid"/>
          </a:ln>
        </p:spPr>
      </p:sp>
      <p:sp>
        <p:nvSpPr>
          <p:cNvPr id="174" name="Shape 172"/>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175" name="Text 173"/>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176" name="Shape 174"/>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177" name="Shape 175"/>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178" name="Text 176"/>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179" name="Shape 177"/>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180" name="Shape 178"/>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181" name="Shape 179"/>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182" name="Text 180"/>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183" name="Shape 181"/>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184" name="Text 182"/>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185" name="Shape 183"/>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186" name="Text 184"/>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187" name="Text 185"/>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Bedrock is the canonical reality. It contains Raw Events, Snapshots, Temporal Queries, and Audit Trails. If it is not here, it did not happen. Bedrock appears as a foundational layer beneath the system with foundation plates, archive strata, memory vault layers, historical lattice, and audit columns.</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116815" y="6488056"/>
            <a:ext cx="31542" cy="31542"/>
          </a:xfrm>
          <a:prstGeom prst="ellipse">
            <a:avLst/>
          </a:prstGeom>
          <a:solidFill>
            <a:srgbClr val="FFFFFF">
              <a:alpha val="10000"/>
            </a:srgbClr>
          </a:solidFill>
          <a:ln w="12700">
            <a:solidFill>
              <a:srgbClr val="FFFFFF"/>
            </a:solidFill>
            <a:prstDash val="solid"/>
          </a:ln>
        </p:spPr>
      </p:sp>
      <p:sp>
        <p:nvSpPr>
          <p:cNvPr id="4" name="Shape 2"/>
          <p:cNvSpPr/>
          <p:nvPr/>
        </p:nvSpPr>
        <p:spPr>
          <a:xfrm>
            <a:off x="3504165" y="6613565"/>
            <a:ext cx="29290" cy="29290"/>
          </a:xfrm>
          <a:prstGeom prst="ellipse">
            <a:avLst/>
          </a:prstGeom>
          <a:solidFill>
            <a:srgbClr val="FFFFFF">
              <a:alpha val="10000"/>
            </a:srgbClr>
          </a:solidFill>
          <a:ln w="12700">
            <a:solidFill>
              <a:srgbClr val="FFFFFF"/>
            </a:solidFill>
            <a:prstDash val="solid"/>
          </a:ln>
        </p:spPr>
      </p:sp>
      <p:sp>
        <p:nvSpPr>
          <p:cNvPr id="5" name="Shape 3"/>
          <p:cNvSpPr/>
          <p:nvPr/>
        </p:nvSpPr>
        <p:spPr>
          <a:xfrm>
            <a:off x="8194354" y="1275965"/>
            <a:ext cx="11248" cy="11248"/>
          </a:xfrm>
          <a:prstGeom prst="ellipse">
            <a:avLst/>
          </a:prstGeom>
          <a:solidFill>
            <a:srgbClr val="FFFFFF">
              <a:alpha val="10000"/>
            </a:srgbClr>
          </a:solidFill>
          <a:ln w="12700">
            <a:solidFill>
              <a:srgbClr val="FFFFFF"/>
            </a:solidFill>
            <a:prstDash val="solid"/>
          </a:ln>
        </p:spPr>
      </p:sp>
      <p:sp>
        <p:nvSpPr>
          <p:cNvPr id="6" name="Shape 4"/>
          <p:cNvSpPr/>
          <p:nvPr/>
        </p:nvSpPr>
        <p:spPr>
          <a:xfrm>
            <a:off x="1427245" y="2629092"/>
            <a:ext cx="32208" cy="32208"/>
          </a:xfrm>
          <a:prstGeom prst="ellipse">
            <a:avLst/>
          </a:prstGeom>
          <a:solidFill>
            <a:srgbClr val="FFFFFF">
              <a:alpha val="10000"/>
            </a:srgbClr>
          </a:solidFill>
          <a:ln w="12700">
            <a:solidFill>
              <a:srgbClr val="FFFFFF"/>
            </a:solidFill>
            <a:prstDash val="solid"/>
          </a:ln>
        </p:spPr>
      </p:sp>
      <p:sp>
        <p:nvSpPr>
          <p:cNvPr id="7" name="Shape 5"/>
          <p:cNvSpPr/>
          <p:nvPr/>
        </p:nvSpPr>
        <p:spPr>
          <a:xfrm>
            <a:off x="4661087" y="3040127"/>
            <a:ext cx="16825" cy="16825"/>
          </a:xfrm>
          <a:prstGeom prst="ellipse">
            <a:avLst/>
          </a:prstGeom>
          <a:solidFill>
            <a:srgbClr val="FFFFFF">
              <a:alpha val="10000"/>
            </a:srgbClr>
          </a:solidFill>
          <a:ln w="12700">
            <a:solidFill>
              <a:srgbClr val="FFFFFF"/>
            </a:solidFill>
            <a:prstDash val="solid"/>
          </a:ln>
        </p:spPr>
      </p:sp>
      <p:sp>
        <p:nvSpPr>
          <p:cNvPr id="8" name="Shape 6"/>
          <p:cNvSpPr/>
          <p:nvPr/>
        </p:nvSpPr>
        <p:spPr>
          <a:xfrm>
            <a:off x="823265" y="4997990"/>
            <a:ext cx="10102" cy="10102"/>
          </a:xfrm>
          <a:prstGeom prst="ellipse">
            <a:avLst/>
          </a:prstGeom>
          <a:solidFill>
            <a:srgbClr val="FFFFFF">
              <a:alpha val="10000"/>
            </a:srgbClr>
          </a:solidFill>
          <a:ln w="12700">
            <a:solidFill>
              <a:srgbClr val="FFFFFF"/>
            </a:solidFill>
            <a:prstDash val="solid"/>
          </a:ln>
        </p:spPr>
      </p:sp>
      <p:sp>
        <p:nvSpPr>
          <p:cNvPr id="9" name="Shape 7"/>
          <p:cNvSpPr/>
          <p:nvPr/>
        </p:nvSpPr>
        <p:spPr>
          <a:xfrm>
            <a:off x="605157" y="3478896"/>
            <a:ext cx="10586" cy="10586"/>
          </a:xfrm>
          <a:prstGeom prst="ellipse">
            <a:avLst/>
          </a:prstGeom>
          <a:solidFill>
            <a:srgbClr val="FFFFFF">
              <a:alpha val="10000"/>
            </a:srgbClr>
          </a:solidFill>
          <a:ln w="12700">
            <a:solidFill>
              <a:srgbClr val="FFFFFF"/>
            </a:solidFill>
            <a:prstDash val="solid"/>
          </a:ln>
        </p:spPr>
      </p:sp>
      <p:sp>
        <p:nvSpPr>
          <p:cNvPr id="10" name="Shape 8"/>
          <p:cNvSpPr/>
          <p:nvPr/>
        </p:nvSpPr>
        <p:spPr>
          <a:xfrm>
            <a:off x="482500" y="1270187"/>
            <a:ext cx="26628" cy="26628"/>
          </a:xfrm>
          <a:prstGeom prst="ellipse">
            <a:avLst/>
          </a:prstGeom>
          <a:solidFill>
            <a:srgbClr val="FFFFFF">
              <a:alpha val="10000"/>
            </a:srgbClr>
          </a:solidFill>
          <a:ln w="12700">
            <a:solidFill>
              <a:srgbClr val="FFFFFF"/>
            </a:solidFill>
            <a:prstDash val="solid"/>
          </a:ln>
        </p:spPr>
      </p:sp>
      <p:sp>
        <p:nvSpPr>
          <p:cNvPr id="11" name="Shape 9"/>
          <p:cNvSpPr/>
          <p:nvPr/>
        </p:nvSpPr>
        <p:spPr>
          <a:xfrm>
            <a:off x="7323005" y="13978"/>
            <a:ext cx="24992" cy="24992"/>
          </a:xfrm>
          <a:prstGeom prst="ellipse">
            <a:avLst/>
          </a:prstGeom>
          <a:solidFill>
            <a:srgbClr val="FFFFFF">
              <a:alpha val="10000"/>
            </a:srgbClr>
          </a:solidFill>
          <a:ln w="12700">
            <a:solidFill>
              <a:srgbClr val="FFFFFF"/>
            </a:solidFill>
            <a:prstDash val="solid"/>
          </a:ln>
        </p:spPr>
      </p:sp>
      <p:sp>
        <p:nvSpPr>
          <p:cNvPr id="12" name="Shape 10"/>
          <p:cNvSpPr/>
          <p:nvPr/>
        </p:nvSpPr>
        <p:spPr>
          <a:xfrm>
            <a:off x="3146158" y="2404366"/>
            <a:ext cx="19450" cy="19450"/>
          </a:xfrm>
          <a:prstGeom prst="ellipse">
            <a:avLst/>
          </a:prstGeom>
          <a:solidFill>
            <a:srgbClr val="FFFFFF">
              <a:alpha val="10000"/>
            </a:srgbClr>
          </a:solidFill>
          <a:ln w="12700">
            <a:solidFill>
              <a:srgbClr val="FFFFFF"/>
            </a:solidFill>
            <a:prstDash val="solid"/>
          </a:ln>
        </p:spPr>
      </p:sp>
      <p:sp>
        <p:nvSpPr>
          <p:cNvPr id="13" name="Shape 11"/>
          <p:cNvSpPr/>
          <p:nvPr/>
        </p:nvSpPr>
        <p:spPr>
          <a:xfrm>
            <a:off x="3608226" y="4083325"/>
            <a:ext cx="21438" cy="21438"/>
          </a:xfrm>
          <a:prstGeom prst="ellipse">
            <a:avLst/>
          </a:prstGeom>
          <a:solidFill>
            <a:srgbClr val="FFFFFF">
              <a:alpha val="10000"/>
            </a:srgbClr>
          </a:solidFill>
          <a:ln w="12700">
            <a:solidFill>
              <a:srgbClr val="FFFFFF"/>
            </a:solidFill>
            <a:prstDash val="solid"/>
          </a:ln>
        </p:spPr>
      </p:sp>
      <p:sp>
        <p:nvSpPr>
          <p:cNvPr id="14" name="Shape 12"/>
          <p:cNvSpPr/>
          <p:nvPr/>
        </p:nvSpPr>
        <p:spPr>
          <a:xfrm>
            <a:off x="7781538" y="1352067"/>
            <a:ext cx="20340" cy="20340"/>
          </a:xfrm>
          <a:prstGeom prst="ellipse">
            <a:avLst/>
          </a:prstGeom>
          <a:solidFill>
            <a:srgbClr val="FFFFFF">
              <a:alpha val="10000"/>
            </a:srgbClr>
          </a:solidFill>
          <a:ln w="12700">
            <a:solidFill>
              <a:srgbClr val="FFFFFF"/>
            </a:solidFill>
            <a:prstDash val="solid"/>
          </a:ln>
        </p:spPr>
      </p:sp>
      <p:sp>
        <p:nvSpPr>
          <p:cNvPr id="15" name="Shape 13"/>
          <p:cNvSpPr/>
          <p:nvPr/>
        </p:nvSpPr>
        <p:spPr>
          <a:xfrm>
            <a:off x="7846745" y="3485200"/>
            <a:ext cx="30251" cy="30251"/>
          </a:xfrm>
          <a:prstGeom prst="ellipse">
            <a:avLst/>
          </a:prstGeom>
          <a:solidFill>
            <a:srgbClr val="FFFFFF">
              <a:alpha val="10000"/>
            </a:srgbClr>
          </a:solidFill>
          <a:ln w="12700">
            <a:solidFill>
              <a:srgbClr val="FFFFFF"/>
            </a:solidFill>
            <a:prstDash val="solid"/>
          </a:ln>
        </p:spPr>
      </p:sp>
      <p:sp>
        <p:nvSpPr>
          <p:cNvPr id="16" name="Shape 14"/>
          <p:cNvSpPr/>
          <p:nvPr/>
        </p:nvSpPr>
        <p:spPr>
          <a:xfrm>
            <a:off x="5987354" y="6690575"/>
            <a:ext cx="19133" cy="19133"/>
          </a:xfrm>
          <a:prstGeom prst="ellipse">
            <a:avLst/>
          </a:prstGeom>
          <a:solidFill>
            <a:srgbClr val="FFFFFF">
              <a:alpha val="10000"/>
            </a:srgbClr>
          </a:solidFill>
          <a:ln w="12700">
            <a:solidFill>
              <a:srgbClr val="FFFFFF"/>
            </a:solidFill>
            <a:prstDash val="solid"/>
          </a:ln>
        </p:spPr>
      </p:sp>
      <p:sp>
        <p:nvSpPr>
          <p:cNvPr id="17" name="Shape 15"/>
          <p:cNvSpPr/>
          <p:nvPr/>
        </p:nvSpPr>
        <p:spPr>
          <a:xfrm>
            <a:off x="6016689" y="1495733"/>
            <a:ext cx="13319" cy="13319"/>
          </a:xfrm>
          <a:prstGeom prst="ellipse">
            <a:avLst/>
          </a:prstGeom>
          <a:solidFill>
            <a:srgbClr val="FFFFFF">
              <a:alpha val="10000"/>
            </a:srgbClr>
          </a:solidFill>
          <a:ln w="12700">
            <a:solidFill>
              <a:srgbClr val="FFFFFF"/>
            </a:solidFill>
            <a:prstDash val="solid"/>
          </a:ln>
        </p:spPr>
      </p:sp>
      <p:sp>
        <p:nvSpPr>
          <p:cNvPr id="18" name="Shape 16"/>
          <p:cNvSpPr/>
          <p:nvPr/>
        </p:nvSpPr>
        <p:spPr>
          <a:xfrm>
            <a:off x="2984501" y="3383136"/>
            <a:ext cx="27037" cy="27037"/>
          </a:xfrm>
          <a:prstGeom prst="ellipse">
            <a:avLst/>
          </a:prstGeom>
          <a:solidFill>
            <a:srgbClr val="FFFFFF">
              <a:alpha val="10000"/>
            </a:srgbClr>
          </a:solidFill>
          <a:ln w="12700">
            <a:solidFill>
              <a:srgbClr val="FFFFFF"/>
            </a:solidFill>
            <a:prstDash val="solid"/>
          </a:ln>
        </p:spPr>
      </p:sp>
      <p:sp>
        <p:nvSpPr>
          <p:cNvPr id="19" name="Shape 17"/>
          <p:cNvSpPr/>
          <p:nvPr/>
        </p:nvSpPr>
        <p:spPr>
          <a:xfrm>
            <a:off x="6341011" y="2822750"/>
            <a:ext cx="11444" cy="11444"/>
          </a:xfrm>
          <a:prstGeom prst="ellipse">
            <a:avLst/>
          </a:prstGeom>
          <a:solidFill>
            <a:srgbClr val="FFFFFF">
              <a:alpha val="10000"/>
            </a:srgbClr>
          </a:solidFill>
          <a:ln w="12700">
            <a:solidFill>
              <a:srgbClr val="FFFFFF"/>
            </a:solidFill>
            <a:prstDash val="solid"/>
          </a:ln>
        </p:spPr>
      </p:sp>
      <p:sp>
        <p:nvSpPr>
          <p:cNvPr id="20" name="Shape 18"/>
          <p:cNvSpPr/>
          <p:nvPr/>
        </p:nvSpPr>
        <p:spPr>
          <a:xfrm>
            <a:off x="1770692" y="4275393"/>
            <a:ext cx="13863" cy="13863"/>
          </a:xfrm>
          <a:prstGeom prst="ellipse">
            <a:avLst/>
          </a:prstGeom>
          <a:solidFill>
            <a:srgbClr val="FFFFFF">
              <a:alpha val="10000"/>
            </a:srgbClr>
          </a:solidFill>
          <a:ln w="12700">
            <a:solidFill>
              <a:srgbClr val="FFFFFF"/>
            </a:solidFill>
            <a:prstDash val="solid"/>
          </a:ln>
        </p:spPr>
      </p:sp>
      <p:sp>
        <p:nvSpPr>
          <p:cNvPr id="21" name="Shape 19"/>
          <p:cNvSpPr/>
          <p:nvPr/>
        </p:nvSpPr>
        <p:spPr>
          <a:xfrm>
            <a:off x="7187319" y="2839900"/>
            <a:ext cx="14762" cy="14762"/>
          </a:xfrm>
          <a:prstGeom prst="ellipse">
            <a:avLst/>
          </a:prstGeom>
          <a:solidFill>
            <a:srgbClr val="FFFFFF">
              <a:alpha val="10000"/>
            </a:srgbClr>
          </a:solidFill>
          <a:ln w="12700">
            <a:solidFill>
              <a:srgbClr val="FFFFFF"/>
            </a:solidFill>
            <a:prstDash val="solid"/>
          </a:ln>
        </p:spPr>
      </p:sp>
      <p:sp>
        <p:nvSpPr>
          <p:cNvPr id="22" name="Shape 20"/>
          <p:cNvSpPr/>
          <p:nvPr/>
        </p:nvSpPr>
        <p:spPr>
          <a:xfrm>
            <a:off x="2152265" y="6603860"/>
            <a:ext cx="32702" cy="32702"/>
          </a:xfrm>
          <a:prstGeom prst="ellipse">
            <a:avLst/>
          </a:prstGeom>
          <a:solidFill>
            <a:srgbClr val="FFFFFF">
              <a:alpha val="10000"/>
            </a:srgbClr>
          </a:solidFill>
          <a:ln w="12700">
            <a:solidFill>
              <a:srgbClr val="FFFFFF"/>
            </a:solidFill>
            <a:prstDash val="solid"/>
          </a:ln>
        </p:spPr>
      </p:sp>
      <p:sp>
        <p:nvSpPr>
          <p:cNvPr id="23" name="Shape 21"/>
          <p:cNvSpPr/>
          <p:nvPr/>
        </p:nvSpPr>
        <p:spPr>
          <a:xfrm>
            <a:off x="1048568" y="2418520"/>
            <a:ext cx="30458" cy="30458"/>
          </a:xfrm>
          <a:prstGeom prst="ellipse">
            <a:avLst/>
          </a:prstGeom>
          <a:solidFill>
            <a:srgbClr val="FFFFFF">
              <a:alpha val="10000"/>
            </a:srgbClr>
          </a:solidFill>
          <a:ln w="12700">
            <a:solidFill>
              <a:srgbClr val="FFFFFF"/>
            </a:solidFill>
            <a:prstDash val="solid"/>
          </a:ln>
        </p:spPr>
      </p:sp>
      <p:sp>
        <p:nvSpPr>
          <p:cNvPr id="24" name="Shape 22"/>
          <p:cNvSpPr/>
          <p:nvPr/>
        </p:nvSpPr>
        <p:spPr>
          <a:xfrm>
            <a:off x="447332" y="3656597"/>
            <a:ext cx="36327" cy="36327"/>
          </a:xfrm>
          <a:prstGeom prst="ellipse">
            <a:avLst/>
          </a:prstGeom>
          <a:solidFill>
            <a:srgbClr val="FFFFFF">
              <a:alpha val="10000"/>
            </a:srgbClr>
          </a:solidFill>
          <a:ln w="12700">
            <a:solidFill>
              <a:srgbClr val="FFFFFF"/>
            </a:solidFill>
            <a:prstDash val="solid"/>
          </a:ln>
        </p:spPr>
      </p:sp>
      <p:sp>
        <p:nvSpPr>
          <p:cNvPr id="25" name="Shape 23"/>
          <p:cNvSpPr/>
          <p:nvPr/>
        </p:nvSpPr>
        <p:spPr>
          <a:xfrm>
            <a:off x="9020690" y="5850807"/>
            <a:ext cx="20908" cy="20908"/>
          </a:xfrm>
          <a:prstGeom prst="ellipse">
            <a:avLst/>
          </a:prstGeom>
          <a:solidFill>
            <a:srgbClr val="FFFFFF">
              <a:alpha val="10000"/>
            </a:srgbClr>
          </a:solidFill>
          <a:ln w="12700">
            <a:solidFill>
              <a:srgbClr val="FFFFFF"/>
            </a:solidFill>
            <a:prstDash val="solid"/>
          </a:ln>
        </p:spPr>
      </p:sp>
      <p:sp>
        <p:nvSpPr>
          <p:cNvPr id="26" name="Shape 24"/>
          <p:cNvSpPr/>
          <p:nvPr/>
        </p:nvSpPr>
        <p:spPr>
          <a:xfrm>
            <a:off x="8869431" y="5263368"/>
            <a:ext cx="26190" cy="26190"/>
          </a:xfrm>
          <a:prstGeom prst="ellipse">
            <a:avLst/>
          </a:prstGeom>
          <a:solidFill>
            <a:srgbClr val="FFFFFF">
              <a:alpha val="10000"/>
            </a:srgbClr>
          </a:solidFill>
          <a:ln w="12700">
            <a:solidFill>
              <a:srgbClr val="FFFFFF"/>
            </a:solidFill>
            <a:prstDash val="solid"/>
          </a:ln>
        </p:spPr>
      </p:sp>
      <p:sp>
        <p:nvSpPr>
          <p:cNvPr id="27" name="Shape 25"/>
          <p:cNvSpPr/>
          <p:nvPr/>
        </p:nvSpPr>
        <p:spPr>
          <a:xfrm>
            <a:off x="6781614" y="4935229"/>
            <a:ext cx="22921" cy="22921"/>
          </a:xfrm>
          <a:prstGeom prst="ellipse">
            <a:avLst/>
          </a:prstGeom>
          <a:solidFill>
            <a:srgbClr val="FFFFFF">
              <a:alpha val="10000"/>
            </a:srgbClr>
          </a:solidFill>
          <a:ln w="12700">
            <a:solidFill>
              <a:srgbClr val="FFFFFF"/>
            </a:solidFill>
            <a:prstDash val="solid"/>
          </a:ln>
        </p:spPr>
      </p:sp>
      <p:sp>
        <p:nvSpPr>
          <p:cNvPr id="28" name="Shape 26"/>
          <p:cNvSpPr/>
          <p:nvPr/>
        </p:nvSpPr>
        <p:spPr>
          <a:xfrm>
            <a:off x="3016165" y="3731425"/>
            <a:ext cx="23637" cy="23637"/>
          </a:xfrm>
          <a:prstGeom prst="ellipse">
            <a:avLst/>
          </a:prstGeom>
          <a:solidFill>
            <a:srgbClr val="FFFFFF">
              <a:alpha val="10000"/>
            </a:srgbClr>
          </a:solidFill>
          <a:ln w="12700">
            <a:solidFill>
              <a:srgbClr val="FFFFFF"/>
            </a:solidFill>
            <a:prstDash val="solid"/>
          </a:ln>
        </p:spPr>
      </p:sp>
      <p:sp>
        <p:nvSpPr>
          <p:cNvPr id="29" name="Shape 27"/>
          <p:cNvSpPr/>
          <p:nvPr/>
        </p:nvSpPr>
        <p:spPr>
          <a:xfrm>
            <a:off x="6826688" y="2557534"/>
            <a:ext cx="34352" cy="34352"/>
          </a:xfrm>
          <a:prstGeom prst="ellipse">
            <a:avLst/>
          </a:prstGeom>
          <a:solidFill>
            <a:srgbClr val="FFFFFF">
              <a:alpha val="10000"/>
            </a:srgbClr>
          </a:solidFill>
          <a:ln w="12700">
            <a:solidFill>
              <a:srgbClr val="FFFFFF"/>
            </a:solidFill>
            <a:prstDash val="solid"/>
          </a:ln>
        </p:spPr>
      </p:sp>
      <p:sp>
        <p:nvSpPr>
          <p:cNvPr id="30" name="Shape 28"/>
          <p:cNvSpPr/>
          <p:nvPr/>
        </p:nvSpPr>
        <p:spPr>
          <a:xfrm>
            <a:off x="3464120" y="1674317"/>
            <a:ext cx="26325" cy="26325"/>
          </a:xfrm>
          <a:prstGeom prst="ellipse">
            <a:avLst/>
          </a:prstGeom>
          <a:solidFill>
            <a:srgbClr val="FFFFFF">
              <a:alpha val="10000"/>
            </a:srgbClr>
          </a:solidFill>
          <a:ln w="12700">
            <a:solidFill>
              <a:srgbClr val="FFFFFF"/>
            </a:solidFill>
            <a:prstDash val="solid"/>
          </a:ln>
        </p:spPr>
      </p:sp>
      <p:sp>
        <p:nvSpPr>
          <p:cNvPr id="31" name="Shape 29"/>
          <p:cNvSpPr/>
          <p:nvPr/>
        </p:nvSpPr>
        <p:spPr>
          <a:xfrm>
            <a:off x="5265920" y="2592146"/>
            <a:ext cx="14521" cy="14521"/>
          </a:xfrm>
          <a:prstGeom prst="ellipse">
            <a:avLst/>
          </a:prstGeom>
          <a:solidFill>
            <a:srgbClr val="FFFFFF">
              <a:alpha val="10000"/>
            </a:srgbClr>
          </a:solidFill>
          <a:ln w="12700">
            <a:solidFill>
              <a:srgbClr val="FFFFFF"/>
            </a:solidFill>
            <a:prstDash val="solid"/>
          </a:ln>
        </p:spPr>
      </p:sp>
      <p:sp>
        <p:nvSpPr>
          <p:cNvPr id="32" name="Shape 30"/>
          <p:cNvSpPr/>
          <p:nvPr/>
        </p:nvSpPr>
        <p:spPr>
          <a:xfrm>
            <a:off x="673638" y="6301310"/>
            <a:ext cx="35684" cy="35684"/>
          </a:xfrm>
          <a:prstGeom prst="ellipse">
            <a:avLst/>
          </a:prstGeom>
          <a:solidFill>
            <a:srgbClr val="FFFFFF">
              <a:alpha val="10000"/>
            </a:srgbClr>
          </a:solidFill>
          <a:ln w="12700">
            <a:solidFill>
              <a:srgbClr val="FFFFFF"/>
            </a:solidFill>
            <a:prstDash val="solid"/>
          </a:ln>
        </p:spPr>
      </p:sp>
      <p:sp>
        <p:nvSpPr>
          <p:cNvPr id="33" name="Shape 31"/>
          <p:cNvSpPr/>
          <p:nvPr/>
        </p:nvSpPr>
        <p:spPr>
          <a:xfrm>
            <a:off x="4895862" y="6228970"/>
            <a:ext cx="16538" cy="16538"/>
          </a:xfrm>
          <a:prstGeom prst="ellipse">
            <a:avLst/>
          </a:prstGeom>
          <a:solidFill>
            <a:srgbClr val="FFFFFF">
              <a:alpha val="10000"/>
            </a:srgbClr>
          </a:solidFill>
          <a:ln w="12700">
            <a:solidFill>
              <a:srgbClr val="FFFFFF"/>
            </a:solidFill>
            <a:prstDash val="solid"/>
          </a:ln>
        </p:spPr>
      </p:sp>
      <p:sp>
        <p:nvSpPr>
          <p:cNvPr id="34" name="Shape 32"/>
          <p:cNvSpPr/>
          <p:nvPr/>
        </p:nvSpPr>
        <p:spPr>
          <a:xfrm>
            <a:off x="6986093" y="2265894"/>
            <a:ext cx="36268" cy="36268"/>
          </a:xfrm>
          <a:prstGeom prst="ellipse">
            <a:avLst/>
          </a:prstGeom>
          <a:solidFill>
            <a:srgbClr val="FFFFFF">
              <a:alpha val="10000"/>
            </a:srgbClr>
          </a:solidFill>
          <a:ln w="12700">
            <a:solidFill>
              <a:srgbClr val="FFFFFF"/>
            </a:solidFill>
            <a:prstDash val="solid"/>
          </a:ln>
        </p:spPr>
      </p:sp>
      <p:sp>
        <p:nvSpPr>
          <p:cNvPr id="35" name="Shape 33"/>
          <p:cNvSpPr/>
          <p:nvPr/>
        </p:nvSpPr>
        <p:spPr>
          <a:xfrm>
            <a:off x="2386317" y="6126168"/>
            <a:ext cx="25553" cy="25553"/>
          </a:xfrm>
          <a:prstGeom prst="ellipse">
            <a:avLst/>
          </a:prstGeom>
          <a:solidFill>
            <a:srgbClr val="FFFFFF">
              <a:alpha val="10000"/>
            </a:srgbClr>
          </a:solidFill>
          <a:ln w="12700">
            <a:solidFill>
              <a:srgbClr val="FFFFFF"/>
            </a:solidFill>
            <a:prstDash val="solid"/>
          </a:ln>
        </p:spPr>
      </p:sp>
      <p:sp>
        <p:nvSpPr>
          <p:cNvPr id="36" name="Shape 34"/>
          <p:cNvSpPr/>
          <p:nvPr/>
        </p:nvSpPr>
        <p:spPr>
          <a:xfrm>
            <a:off x="9131889" y="6388339"/>
            <a:ext cx="35401" cy="35401"/>
          </a:xfrm>
          <a:prstGeom prst="ellipse">
            <a:avLst/>
          </a:prstGeom>
          <a:solidFill>
            <a:srgbClr val="FFFFFF">
              <a:alpha val="10000"/>
            </a:srgbClr>
          </a:solidFill>
          <a:ln w="12700">
            <a:solidFill>
              <a:srgbClr val="FFFFFF"/>
            </a:solidFill>
            <a:prstDash val="solid"/>
          </a:ln>
        </p:spPr>
      </p:sp>
      <p:sp>
        <p:nvSpPr>
          <p:cNvPr id="37" name="Shape 35"/>
          <p:cNvSpPr/>
          <p:nvPr/>
        </p:nvSpPr>
        <p:spPr>
          <a:xfrm>
            <a:off x="645547" y="6614279"/>
            <a:ext cx="11037" cy="11037"/>
          </a:xfrm>
          <a:prstGeom prst="ellipse">
            <a:avLst/>
          </a:prstGeom>
          <a:solidFill>
            <a:srgbClr val="FFFFFF">
              <a:alpha val="10000"/>
            </a:srgbClr>
          </a:solidFill>
          <a:ln w="12700">
            <a:solidFill>
              <a:srgbClr val="FFFFFF"/>
            </a:solidFill>
            <a:prstDash val="solid"/>
          </a:ln>
        </p:spPr>
      </p:sp>
      <p:sp>
        <p:nvSpPr>
          <p:cNvPr id="38" name="Shape 36"/>
          <p:cNvSpPr/>
          <p:nvPr/>
        </p:nvSpPr>
        <p:spPr>
          <a:xfrm>
            <a:off x="3055791" y="5330782"/>
            <a:ext cx="10274" cy="10274"/>
          </a:xfrm>
          <a:prstGeom prst="ellipse">
            <a:avLst/>
          </a:prstGeom>
          <a:solidFill>
            <a:srgbClr val="FFFFFF">
              <a:alpha val="10000"/>
            </a:srgbClr>
          </a:solidFill>
          <a:ln w="12700">
            <a:solidFill>
              <a:srgbClr val="FFFFFF"/>
            </a:solidFill>
            <a:prstDash val="solid"/>
          </a:ln>
        </p:spPr>
      </p:sp>
      <p:sp>
        <p:nvSpPr>
          <p:cNvPr id="39" name="Shape 37"/>
          <p:cNvSpPr/>
          <p:nvPr/>
        </p:nvSpPr>
        <p:spPr>
          <a:xfrm>
            <a:off x="5519741" y="5450366"/>
            <a:ext cx="18076" cy="18076"/>
          </a:xfrm>
          <a:prstGeom prst="ellipse">
            <a:avLst/>
          </a:prstGeom>
          <a:solidFill>
            <a:srgbClr val="FFFFFF">
              <a:alpha val="10000"/>
            </a:srgbClr>
          </a:solidFill>
          <a:ln w="12700">
            <a:solidFill>
              <a:srgbClr val="FFFFFF"/>
            </a:solidFill>
            <a:prstDash val="solid"/>
          </a:ln>
        </p:spPr>
      </p:sp>
      <p:sp>
        <p:nvSpPr>
          <p:cNvPr id="40" name="Shape 38"/>
          <p:cNvSpPr/>
          <p:nvPr/>
        </p:nvSpPr>
        <p:spPr>
          <a:xfrm>
            <a:off x="848475" y="4539228"/>
            <a:ext cx="33379" cy="33379"/>
          </a:xfrm>
          <a:prstGeom prst="ellipse">
            <a:avLst/>
          </a:prstGeom>
          <a:solidFill>
            <a:srgbClr val="FFFFFF">
              <a:alpha val="10000"/>
            </a:srgbClr>
          </a:solidFill>
          <a:ln w="12700">
            <a:solidFill>
              <a:srgbClr val="FFFFFF"/>
            </a:solidFill>
            <a:prstDash val="solid"/>
          </a:ln>
        </p:spPr>
      </p:sp>
      <p:sp>
        <p:nvSpPr>
          <p:cNvPr id="41" name="Shape 39"/>
          <p:cNvSpPr/>
          <p:nvPr/>
        </p:nvSpPr>
        <p:spPr>
          <a:xfrm>
            <a:off x="8611878" y="6705785"/>
            <a:ext cx="29207" cy="29207"/>
          </a:xfrm>
          <a:prstGeom prst="ellipse">
            <a:avLst/>
          </a:prstGeom>
          <a:solidFill>
            <a:srgbClr val="FFFFFF">
              <a:alpha val="10000"/>
            </a:srgbClr>
          </a:solidFill>
          <a:ln w="12700">
            <a:solidFill>
              <a:srgbClr val="FFFFFF"/>
            </a:solidFill>
            <a:prstDash val="solid"/>
          </a:ln>
        </p:spPr>
      </p:sp>
      <p:sp>
        <p:nvSpPr>
          <p:cNvPr id="42" name="Shape 40"/>
          <p:cNvSpPr/>
          <p:nvPr/>
        </p:nvSpPr>
        <p:spPr>
          <a:xfrm>
            <a:off x="3612779" y="4868608"/>
            <a:ext cx="18256" cy="18256"/>
          </a:xfrm>
          <a:prstGeom prst="ellipse">
            <a:avLst/>
          </a:prstGeom>
          <a:solidFill>
            <a:srgbClr val="FFFFFF">
              <a:alpha val="10000"/>
            </a:srgbClr>
          </a:solidFill>
          <a:ln w="12700">
            <a:solidFill>
              <a:srgbClr val="FFFFFF"/>
            </a:solidFill>
            <a:prstDash val="solid"/>
          </a:ln>
        </p:spPr>
      </p:sp>
      <p:sp>
        <p:nvSpPr>
          <p:cNvPr id="43" name="Shape 41"/>
          <p:cNvSpPr/>
          <p:nvPr/>
        </p:nvSpPr>
        <p:spPr>
          <a:xfrm>
            <a:off x="2670581" y="2626207"/>
            <a:ext cx="22326" cy="22326"/>
          </a:xfrm>
          <a:prstGeom prst="ellipse">
            <a:avLst/>
          </a:prstGeom>
          <a:solidFill>
            <a:srgbClr val="FFFFFF">
              <a:alpha val="10000"/>
            </a:srgbClr>
          </a:solidFill>
          <a:ln w="12700">
            <a:solidFill>
              <a:srgbClr val="FFFFFF"/>
            </a:solidFill>
            <a:prstDash val="solid"/>
          </a:ln>
        </p:spPr>
      </p:sp>
      <p:sp>
        <p:nvSpPr>
          <p:cNvPr id="44" name="Shape 42"/>
          <p:cNvSpPr/>
          <p:nvPr/>
        </p:nvSpPr>
        <p:spPr>
          <a:xfrm>
            <a:off x="8393428" y="4478786"/>
            <a:ext cx="27952" cy="27952"/>
          </a:xfrm>
          <a:prstGeom prst="ellipse">
            <a:avLst/>
          </a:prstGeom>
          <a:solidFill>
            <a:srgbClr val="FFFFFF">
              <a:alpha val="10000"/>
            </a:srgbClr>
          </a:solidFill>
          <a:ln w="12700">
            <a:solidFill>
              <a:srgbClr val="FFFFFF"/>
            </a:solidFill>
            <a:prstDash val="solid"/>
          </a:ln>
        </p:spPr>
      </p:sp>
      <p:sp>
        <p:nvSpPr>
          <p:cNvPr id="45" name="Shape 43"/>
          <p:cNvSpPr/>
          <p:nvPr/>
        </p:nvSpPr>
        <p:spPr>
          <a:xfrm>
            <a:off x="7731813" y="5676050"/>
            <a:ext cx="27368" cy="27368"/>
          </a:xfrm>
          <a:prstGeom prst="ellipse">
            <a:avLst/>
          </a:prstGeom>
          <a:solidFill>
            <a:srgbClr val="FFFFFF">
              <a:alpha val="10000"/>
            </a:srgbClr>
          </a:solidFill>
          <a:ln w="12700">
            <a:solidFill>
              <a:srgbClr val="FFFFFF"/>
            </a:solidFill>
            <a:prstDash val="solid"/>
          </a:ln>
        </p:spPr>
      </p:sp>
      <p:sp>
        <p:nvSpPr>
          <p:cNvPr id="46" name="Shape 44"/>
          <p:cNvSpPr/>
          <p:nvPr/>
        </p:nvSpPr>
        <p:spPr>
          <a:xfrm>
            <a:off x="3004395" y="5106760"/>
            <a:ext cx="27619" cy="27619"/>
          </a:xfrm>
          <a:prstGeom prst="ellipse">
            <a:avLst/>
          </a:prstGeom>
          <a:solidFill>
            <a:srgbClr val="FFFFFF">
              <a:alpha val="10000"/>
            </a:srgbClr>
          </a:solidFill>
          <a:ln w="12700">
            <a:solidFill>
              <a:srgbClr val="FFFFFF"/>
            </a:solidFill>
            <a:prstDash val="solid"/>
          </a:ln>
        </p:spPr>
      </p:sp>
      <p:sp>
        <p:nvSpPr>
          <p:cNvPr id="47" name="Shape 45"/>
          <p:cNvSpPr/>
          <p:nvPr/>
        </p:nvSpPr>
        <p:spPr>
          <a:xfrm>
            <a:off x="8513913" y="3656951"/>
            <a:ext cx="15256" cy="15256"/>
          </a:xfrm>
          <a:prstGeom prst="ellipse">
            <a:avLst/>
          </a:prstGeom>
          <a:solidFill>
            <a:srgbClr val="FFFFFF">
              <a:alpha val="10000"/>
            </a:srgbClr>
          </a:solidFill>
          <a:ln w="12700">
            <a:solidFill>
              <a:srgbClr val="FFFFFF"/>
            </a:solidFill>
            <a:prstDash val="solid"/>
          </a:ln>
        </p:spPr>
      </p:sp>
      <p:sp>
        <p:nvSpPr>
          <p:cNvPr id="48" name="Shape 46"/>
          <p:cNvSpPr/>
          <p:nvPr/>
        </p:nvSpPr>
        <p:spPr>
          <a:xfrm>
            <a:off x="7426830" y="4987708"/>
            <a:ext cx="24326" cy="24326"/>
          </a:xfrm>
          <a:prstGeom prst="ellipse">
            <a:avLst/>
          </a:prstGeom>
          <a:solidFill>
            <a:srgbClr val="FFFFFF">
              <a:alpha val="10000"/>
            </a:srgbClr>
          </a:solidFill>
          <a:ln w="12700">
            <a:solidFill>
              <a:srgbClr val="FFFFFF"/>
            </a:solidFill>
            <a:prstDash val="solid"/>
          </a:ln>
        </p:spPr>
      </p:sp>
      <p:sp>
        <p:nvSpPr>
          <p:cNvPr id="49" name="Shape 47"/>
          <p:cNvSpPr/>
          <p:nvPr/>
        </p:nvSpPr>
        <p:spPr>
          <a:xfrm>
            <a:off x="5505489" y="197983"/>
            <a:ext cx="11941" cy="11941"/>
          </a:xfrm>
          <a:prstGeom prst="ellipse">
            <a:avLst/>
          </a:prstGeom>
          <a:solidFill>
            <a:srgbClr val="FFFFFF">
              <a:alpha val="10000"/>
            </a:srgbClr>
          </a:solidFill>
          <a:ln w="12700">
            <a:solidFill>
              <a:srgbClr val="FFFFFF"/>
            </a:solidFill>
            <a:prstDash val="solid"/>
          </a:ln>
        </p:spPr>
      </p:sp>
      <p:sp>
        <p:nvSpPr>
          <p:cNvPr id="50" name="Shape 48"/>
          <p:cNvSpPr/>
          <p:nvPr/>
        </p:nvSpPr>
        <p:spPr>
          <a:xfrm>
            <a:off x="7243428" y="6772423"/>
            <a:ext cx="14663" cy="14663"/>
          </a:xfrm>
          <a:prstGeom prst="ellipse">
            <a:avLst/>
          </a:prstGeom>
          <a:solidFill>
            <a:srgbClr val="FFFFFF">
              <a:alpha val="10000"/>
            </a:srgbClr>
          </a:solidFill>
          <a:ln w="12700">
            <a:solidFill>
              <a:srgbClr val="FFFFFF"/>
            </a:solidFill>
            <a:prstDash val="solid"/>
          </a:ln>
        </p:spPr>
      </p:sp>
      <p:sp>
        <p:nvSpPr>
          <p:cNvPr id="51" name="Shape 49"/>
          <p:cNvSpPr/>
          <p:nvPr/>
        </p:nvSpPr>
        <p:spPr>
          <a:xfrm>
            <a:off x="6453031" y="5289781"/>
            <a:ext cx="34064" cy="34064"/>
          </a:xfrm>
          <a:prstGeom prst="ellipse">
            <a:avLst/>
          </a:prstGeom>
          <a:solidFill>
            <a:srgbClr val="FFFFFF">
              <a:alpha val="10000"/>
            </a:srgbClr>
          </a:solidFill>
          <a:ln w="12700">
            <a:solidFill>
              <a:srgbClr val="FFFFFF"/>
            </a:solidFill>
            <a:prstDash val="solid"/>
          </a:ln>
        </p:spPr>
      </p:sp>
      <p:sp>
        <p:nvSpPr>
          <p:cNvPr id="52" name="Shape 50"/>
          <p:cNvSpPr/>
          <p:nvPr/>
        </p:nvSpPr>
        <p:spPr>
          <a:xfrm>
            <a:off x="7375569" y="5962529"/>
            <a:ext cx="29533" cy="29533"/>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Replay</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Historical Reconstruction</a:t>
            </a:r>
            <a:endParaRPr lang="en-US" sz="1000" dirty="0"/>
          </a:p>
        </p:txBody>
      </p:sp>
      <p:sp>
        <p:nvSpPr>
          <p:cNvPr id="93" name="Shape 91"/>
          <p:cNvSpPr/>
          <p:nvPr/>
        </p:nvSpPr>
        <p:spPr>
          <a:xfrm>
            <a:off x="3291840" y="3063240"/>
            <a:ext cx="2560320" cy="0"/>
          </a:xfrm>
          <a:prstGeom prst="line">
            <a:avLst/>
          </a:prstGeom>
          <a:noFill/>
          <a:ln w="38100">
            <a:solidFill>
              <a:srgbClr val="C0C0C0"/>
            </a:solidFill>
            <a:prstDash val="solid"/>
          </a:ln>
        </p:spPr>
      </p:sp>
      <p:sp>
        <p:nvSpPr>
          <p:cNvPr id="94" name="Shape 92"/>
          <p:cNvSpPr/>
          <p:nvPr/>
        </p:nvSpPr>
        <p:spPr>
          <a:xfrm>
            <a:off x="3218688" y="2990088"/>
            <a:ext cx="146304" cy="146304"/>
          </a:xfrm>
          <a:prstGeom prst="ellipse">
            <a:avLst/>
          </a:prstGeom>
          <a:solidFill>
            <a:srgbClr val="C0C0C0">
              <a:alpha val="30000"/>
            </a:srgbClr>
          </a:solidFill>
          <a:ln w="25400">
            <a:solidFill>
              <a:srgbClr val="808080"/>
            </a:solidFill>
            <a:prstDash val="solid"/>
          </a:ln>
        </p:spPr>
      </p:sp>
      <p:sp>
        <p:nvSpPr>
          <p:cNvPr id="95" name="Shape 93"/>
          <p:cNvSpPr/>
          <p:nvPr/>
        </p:nvSpPr>
        <p:spPr>
          <a:xfrm>
            <a:off x="3584448" y="2990088"/>
            <a:ext cx="146304" cy="146304"/>
          </a:xfrm>
          <a:prstGeom prst="ellipse">
            <a:avLst/>
          </a:prstGeom>
          <a:solidFill>
            <a:srgbClr val="C0C0C0">
              <a:alpha val="30000"/>
            </a:srgbClr>
          </a:solidFill>
          <a:ln w="25400">
            <a:solidFill>
              <a:srgbClr val="808080"/>
            </a:solidFill>
            <a:prstDash val="solid"/>
          </a:ln>
        </p:spPr>
      </p:sp>
      <p:sp>
        <p:nvSpPr>
          <p:cNvPr id="96" name="Shape 94"/>
          <p:cNvSpPr/>
          <p:nvPr/>
        </p:nvSpPr>
        <p:spPr>
          <a:xfrm>
            <a:off x="3950208" y="2990088"/>
            <a:ext cx="146304" cy="146304"/>
          </a:xfrm>
          <a:prstGeom prst="ellipse">
            <a:avLst/>
          </a:prstGeom>
          <a:solidFill>
            <a:srgbClr val="C0C0C0">
              <a:alpha val="30000"/>
            </a:srgbClr>
          </a:solidFill>
          <a:ln w="25400">
            <a:solidFill>
              <a:srgbClr val="808080"/>
            </a:solidFill>
            <a:prstDash val="solid"/>
          </a:ln>
        </p:spPr>
      </p:sp>
      <p:sp>
        <p:nvSpPr>
          <p:cNvPr id="97" name="Shape 95"/>
          <p:cNvSpPr/>
          <p:nvPr/>
        </p:nvSpPr>
        <p:spPr>
          <a:xfrm>
            <a:off x="4315968" y="2990088"/>
            <a:ext cx="146304" cy="146304"/>
          </a:xfrm>
          <a:prstGeom prst="ellipse">
            <a:avLst/>
          </a:prstGeom>
          <a:solidFill>
            <a:srgbClr val="C0C0C0">
              <a:alpha val="30000"/>
            </a:srgbClr>
          </a:solidFill>
          <a:ln w="25400">
            <a:solidFill>
              <a:srgbClr val="808080"/>
            </a:solidFill>
            <a:prstDash val="solid"/>
          </a:ln>
        </p:spPr>
      </p:sp>
      <p:sp>
        <p:nvSpPr>
          <p:cNvPr id="98" name="Shape 96"/>
          <p:cNvSpPr/>
          <p:nvPr/>
        </p:nvSpPr>
        <p:spPr>
          <a:xfrm>
            <a:off x="4681728" y="2990088"/>
            <a:ext cx="146304" cy="146304"/>
          </a:xfrm>
          <a:prstGeom prst="ellipse">
            <a:avLst/>
          </a:prstGeom>
          <a:solidFill>
            <a:srgbClr val="C0C0C0">
              <a:alpha val="30000"/>
            </a:srgbClr>
          </a:solidFill>
          <a:ln w="25400">
            <a:solidFill>
              <a:srgbClr val="808080"/>
            </a:solidFill>
            <a:prstDash val="solid"/>
          </a:ln>
        </p:spPr>
      </p:sp>
      <p:sp>
        <p:nvSpPr>
          <p:cNvPr id="99" name="Shape 97"/>
          <p:cNvSpPr/>
          <p:nvPr/>
        </p:nvSpPr>
        <p:spPr>
          <a:xfrm>
            <a:off x="5047488" y="2990088"/>
            <a:ext cx="146304" cy="146304"/>
          </a:xfrm>
          <a:prstGeom prst="ellipse">
            <a:avLst/>
          </a:prstGeom>
          <a:solidFill>
            <a:srgbClr val="C0C0C0">
              <a:alpha val="30000"/>
            </a:srgbClr>
          </a:solidFill>
          <a:ln w="25400">
            <a:solidFill>
              <a:srgbClr val="808080"/>
            </a:solidFill>
            <a:prstDash val="solid"/>
          </a:ln>
        </p:spPr>
      </p:sp>
      <p:sp>
        <p:nvSpPr>
          <p:cNvPr id="100" name="Shape 98"/>
          <p:cNvSpPr/>
          <p:nvPr/>
        </p:nvSpPr>
        <p:spPr>
          <a:xfrm>
            <a:off x="5413248" y="2990088"/>
            <a:ext cx="146304" cy="146304"/>
          </a:xfrm>
          <a:prstGeom prst="ellipse">
            <a:avLst/>
          </a:prstGeom>
          <a:solidFill>
            <a:srgbClr val="C0C0C0">
              <a:alpha val="30000"/>
            </a:srgbClr>
          </a:solidFill>
          <a:ln w="25400">
            <a:solidFill>
              <a:srgbClr val="808080"/>
            </a:solidFill>
            <a:prstDash val="solid"/>
          </a:ln>
        </p:spPr>
      </p:sp>
      <p:sp>
        <p:nvSpPr>
          <p:cNvPr id="101" name="Shape 99"/>
          <p:cNvSpPr/>
          <p:nvPr/>
        </p:nvSpPr>
        <p:spPr>
          <a:xfrm>
            <a:off x="5779008" y="2990088"/>
            <a:ext cx="146304" cy="146304"/>
          </a:xfrm>
          <a:prstGeom prst="ellipse">
            <a:avLst/>
          </a:prstGeom>
          <a:solidFill>
            <a:srgbClr val="C0C0C0">
              <a:alpha val="30000"/>
            </a:srgbClr>
          </a:solidFill>
          <a:ln w="25400">
            <a:solidFill>
              <a:srgbClr val="808080"/>
            </a:solidFill>
            <a:prstDash val="solid"/>
          </a:ln>
        </p:spPr>
      </p:sp>
      <p:sp>
        <p:nvSpPr>
          <p:cNvPr id="102" name="Shape 100"/>
          <p:cNvSpPr/>
          <p:nvPr/>
        </p:nvSpPr>
        <p:spPr>
          <a:xfrm>
            <a:off x="3108960" y="2935224"/>
            <a:ext cx="3840480" cy="0"/>
          </a:xfrm>
          <a:prstGeom prst="line">
            <a:avLst/>
          </a:prstGeom>
          <a:noFill/>
          <a:ln w="13335">
            <a:solidFill>
              <a:srgbClr val="A0A0A0"/>
            </a:solidFill>
            <a:prstDash val="solid"/>
          </a:ln>
        </p:spPr>
      </p:sp>
      <p:sp>
        <p:nvSpPr>
          <p:cNvPr id="103" name="Text 101"/>
          <p:cNvSpPr/>
          <p:nvPr/>
        </p:nvSpPr>
        <p:spPr>
          <a:xfrm>
            <a:off x="3108960" y="2843784"/>
            <a:ext cx="731520" cy="91440"/>
          </a:xfrm>
          <a:prstGeom prst="rect">
            <a:avLst/>
          </a:prstGeom>
          <a:noFill/>
          <a:ln/>
        </p:spPr>
        <p:txBody>
          <a:bodyPr wrap="square" rtlCol="0" anchor="ctr"/>
          <a:lstStyle/>
          <a:p>
            <a:pPr indent="0" marL="0">
              <a:buNone/>
            </a:pPr>
            <a:r>
              <a:rPr lang="en-US" sz="400" dirty="0">
                <a:solidFill>
                  <a:srgbClr val="A0A0A0"/>
                </a:solidFill>
                <a:latin typeface="Courier New" pitchFamily="34" charset="0"/>
                <a:ea typeface="Courier New" pitchFamily="34" charset="-122"/>
                <a:cs typeface="Courier New" pitchFamily="34" charset="-120"/>
              </a:rPr>
              <a:t>PAST</a:t>
            </a:r>
            <a:endParaRPr lang="en-US" sz="400" dirty="0"/>
          </a:p>
        </p:txBody>
      </p:sp>
      <p:sp>
        <p:nvSpPr>
          <p:cNvPr id="104" name="Shape 102"/>
          <p:cNvSpPr/>
          <p:nvPr/>
        </p:nvSpPr>
        <p:spPr>
          <a:xfrm>
            <a:off x="3108960" y="3191256"/>
            <a:ext cx="3840480" cy="0"/>
          </a:xfrm>
          <a:prstGeom prst="line">
            <a:avLst/>
          </a:prstGeom>
          <a:noFill/>
          <a:ln w="13335">
            <a:solidFill>
              <a:srgbClr val="A0A0A0"/>
            </a:solidFill>
            <a:prstDash val="solid"/>
          </a:ln>
        </p:spPr>
      </p:sp>
      <p:sp>
        <p:nvSpPr>
          <p:cNvPr id="105" name="Text 103"/>
          <p:cNvSpPr/>
          <p:nvPr/>
        </p:nvSpPr>
        <p:spPr>
          <a:xfrm>
            <a:off x="3108960" y="3099816"/>
            <a:ext cx="731520" cy="91440"/>
          </a:xfrm>
          <a:prstGeom prst="rect">
            <a:avLst/>
          </a:prstGeom>
          <a:noFill/>
          <a:ln/>
        </p:spPr>
        <p:txBody>
          <a:bodyPr wrap="square" rtlCol="0" anchor="ctr"/>
          <a:lstStyle/>
          <a:p>
            <a:pPr indent="0" marL="0">
              <a:buNone/>
            </a:pPr>
            <a:r>
              <a:rPr lang="en-US" sz="400" dirty="0">
                <a:solidFill>
                  <a:srgbClr val="A0A0A0"/>
                </a:solidFill>
                <a:latin typeface="Courier New" pitchFamily="34" charset="0"/>
                <a:ea typeface="Courier New" pitchFamily="34" charset="-122"/>
                <a:cs typeface="Courier New" pitchFamily="34" charset="-120"/>
              </a:rPr>
              <a:t>EVIDENCE</a:t>
            </a:r>
            <a:endParaRPr lang="en-US" sz="400" dirty="0"/>
          </a:p>
        </p:txBody>
      </p:sp>
      <p:sp>
        <p:nvSpPr>
          <p:cNvPr id="106" name="Shape 104"/>
          <p:cNvSpPr/>
          <p:nvPr/>
        </p:nvSpPr>
        <p:spPr>
          <a:xfrm>
            <a:off x="5029200" y="2898648"/>
            <a:ext cx="1005840" cy="-164592"/>
          </a:xfrm>
          <a:prstGeom prst="line">
            <a:avLst/>
          </a:prstGeom>
          <a:noFill/>
          <a:ln w="11430">
            <a:solidFill>
              <a:srgbClr val="808080"/>
            </a:solidFill>
            <a:prstDash val="dash"/>
          </a:ln>
        </p:spPr>
      </p:sp>
      <p:sp>
        <p:nvSpPr>
          <p:cNvPr id="107" name="Shape 105"/>
          <p:cNvSpPr/>
          <p:nvPr/>
        </p:nvSpPr>
        <p:spPr>
          <a:xfrm>
            <a:off x="5989320" y="2852928"/>
            <a:ext cx="91440" cy="91440"/>
          </a:xfrm>
          <a:prstGeom prst="ellipse">
            <a:avLst/>
          </a:prstGeom>
          <a:solidFill>
            <a:srgbClr val="808080">
              <a:alpha val="30000"/>
            </a:srgbClr>
          </a:solidFill>
          <a:ln w="12700">
            <a:solidFill>
              <a:srgbClr val="808080"/>
            </a:solidFill>
            <a:prstDash val="solid"/>
          </a:ln>
        </p:spPr>
      </p:sp>
      <p:sp>
        <p:nvSpPr>
          <p:cNvPr id="108" name="Shape 106"/>
          <p:cNvSpPr/>
          <p:nvPr/>
        </p:nvSpPr>
        <p:spPr>
          <a:xfrm>
            <a:off x="5029200" y="3063240"/>
            <a:ext cx="1005840" cy="0"/>
          </a:xfrm>
          <a:prstGeom prst="line">
            <a:avLst/>
          </a:prstGeom>
          <a:noFill/>
          <a:ln w="11430">
            <a:solidFill>
              <a:srgbClr val="808080"/>
            </a:solidFill>
            <a:prstDash val="dash"/>
          </a:ln>
        </p:spPr>
      </p:sp>
      <p:sp>
        <p:nvSpPr>
          <p:cNvPr id="109" name="Shape 107"/>
          <p:cNvSpPr/>
          <p:nvPr/>
        </p:nvSpPr>
        <p:spPr>
          <a:xfrm>
            <a:off x="5989320" y="3017520"/>
            <a:ext cx="91440" cy="91440"/>
          </a:xfrm>
          <a:prstGeom prst="ellipse">
            <a:avLst/>
          </a:prstGeom>
          <a:solidFill>
            <a:srgbClr val="808080">
              <a:alpha val="30000"/>
            </a:srgbClr>
          </a:solidFill>
          <a:ln w="12700">
            <a:solidFill>
              <a:srgbClr val="808080"/>
            </a:solidFill>
            <a:prstDash val="solid"/>
          </a:ln>
        </p:spPr>
      </p:sp>
      <p:sp>
        <p:nvSpPr>
          <p:cNvPr id="110" name="Shape 108"/>
          <p:cNvSpPr/>
          <p:nvPr/>
        </p:nvSpPr>
        <p:spPr>
          <a:xfrm>
            <a:off x="5029200" y="3227832"/>
            <a:ext cx="1005840" cy="164592"/>
          </a:xfrm>
          <a:prstGeom prst="line">
            <a:avLst/>
          </a:prstGeom>
          <a:noFill/>
          <a:ln w="11430">
            <a:solidFill>
              <a:srgbClr val="808080"/>
            </a:solidFill>
            <a:prstDash val="dash"/>
          </a:ln>
        </p:spPr>
      </p:sp>
      <p:sp>
        <p:nvSpPr>
          <p:cNvPr id="111" name="Shape 109"/>
          <p:cNvSpPr/>
          <p:nvPr/>
        </p:nvSpPr>
        <p:spPr>
          <a:xfrm>
            <a:off x="5989320" y="3182112"/>
            <a:ext cx="91440" cy="91440"/>
          </a:xfrm>
          <a:prstGeom prst="ellipse">
            <a:avLst/>
          </a:prstGeom>
          <a:solidFill>
            <a:srgbClr val="808080">
              <a:alpha val="30000"/>
            </a:srgbClr>
          </a:solidFill>
          <a:ln w="12700">
            <a:solidFill>
              <a:srgbClr val="808080"/>
            </a:solidFill>
            <a:prstDash val="solid"/>
          </a:ln>
        </p:spPr>
      </p:sp>
      <p:sp>
        <p:nvSpPr>
          <p:cNvPr id="112" name="Shape 110"/>
          <p:cNvSpPr/>
          <p:nvPr/>
        </p:nvSpPr>
        <p:spPr>
          <a:xfrm>
            <a:off x="3566160" y="2788920"/>
            <a:ext cx="182880" cy="137160"/>
          </a:xfrm>
          <a:prstGeom prst="rect">
            <a:avLst/>
          </a:prstGeom>
          <a:solidFill>
            <a:srgbClr val="C0C0C0">
              <a:alpha val="5000"/>
            </a:srgbClr>
          </a:solidFill>
          <a:ln w="12700">
            <a:solidFill>
              <a:srgbClr val="808080"/>
            </a:solidFill>
            <a:prstDash val="dash"/>
          </a:ln>
        </p:spPr>
      </p:sp>
      <p:sp>
        <p:nvSpPr>
          <p:cNvPr id="113" name="Shape 111"/>
          <p:cNvSpPr/>
          <p:nvPr/>
        </p:nvSpPr>
        <p:spPr>
          <a:xfrm>
            <a:off x="3794760" y="3337560"/>
            <a:ext cx="182880" cy="137160"/>
          </a:xfrm>
          <a:prstGeom prst="rect">
            <a:avLst/>
          </a:prstGeom>
          <a:solidFill>
            <a:srgbClr val="C0C0C0">
              <a:alpha val="5000"/>
            </a:srgbClr>
          </a:solidFill>
          <a:ln w="12700">
            <a:solidFill>
              <a:srgbClr val="808080"/>
            </a:solidFill>
            <a:prstDash val="dash"/>
          </a:ln>
        </p:spPr>
      </p:sp>
      <p:sp>
        <p:nvSpPr>
          <p:cNvPr id="114" name="Shape 112"/>
          <p:cNvSpPr/>
          <p:nvPr/>
        </p:nvSpPr>
        <p:spPr>
          <a:xfrm>
            <a:off x="4023360" y="2788920"/>
            <a:ext cx="182880" cy="137160"/>
          </a:xfrm>
          <a:prstGeom prst="rect">
            <a:avLst/>
          </a:prstGeom>
          <a:solidFill>
            <a:srgbClr val="C0C0C0">
              <a:alpha val="5000"/>
            </a:srgbClr>
          </a:solidFill>
          <a:ln w="12700">
            <a:solidFill>
              <a:srgbClr val="808080"/>
            </a:solidFill>
            <a:prstDash val="dash"/>
          </a:ln>
        </p:spPr>
      </p:sp>
      <p:sp>
        <p:nvSpPr>
          <p:cNvPr id="115" name="Shape 113"/>
          <p:cNvSpPr/>
          <p:nvPr/>
        </p:nvSpPr>
        <p:spPr>
          <a:xfrm>
            <a:off x="4251960" y="3337560"/>
            <a:ext cx="182880" cy="137160"/>
          </a:xfrm>
          <a:prstGeom prst="rect">
            <a:avLst/>
          </a:prstGeom>
          <a:solidFill>
            <a:srgbClr val="C0C0C0">
              <a:alpha val="5000"/>
            </a:srgbClr>
          </a:solidFill>
          <a:ln w="12700">
            <a:solidFill>
              <a:srgbClr val="808080"/>
            </a:solidFill>
            <a:prstDash val="dash"/>
          </a:ln>
        </p:spPr>
      </p:sp>
      <p:sp>
        <p:nvSpPr>
          <p:cNvPr id="116" name="Shape 114"/>
          <p:cNvSpPr/>
          <p:nvPr/>
        </p:nvSpPr>
        <p:spPr>
          <a:xfrm>
            <a:off x="3291840" y="4219956"/>
            <a:ext cx="2560320" cy="109728"/>
          </a:xfrm>
          <a:prstGeom prst="rect">
            <a:avLst/>
          </a:prstGeom>
          <a:solidFill>
            <a:srgbClr val="C0C0C0">
              <a:alpha val="3000"/>
            </a:srgbClr>
          </a:solidFill>
          <a:ln w="12700">
            <a:solidFill>
              <a:srgbClr val="606060"/>
            </a:solidFill>
            <a:prstDash val="dash"/>
          </a:ln>
        </p:spPr>
      </p:sp>
      <p:sp>
        <p:nvSpPr>
          <p:cNvPr id="117" name="Text 115"/>
          <p:cNvSpPr/>
          <p:nvPr/>
        </p:nvSpPr>
        <p:spPr>
          <a:xfrm>
            <a:off x="3383280" y="4238244"/>
            <a:ext cx="2377440" cy="36576"/>
          </a:xfrm>
          <a:prstGeom prst="rect">
            <a:avLst/>
          </a:prstGeom>
          <a:noFill/>
          <a:ln/>
        </p:spPr>
        <p:txBody>
          <a:bodyPr wrap="square" rtlCol="0" anchor="ctr"/>
          <a:lstStyle/>
          <a:p>
            <a:pPr algn="ctr" indent="0" marL="0">
              <a:buNone/>
            </a:pPr>
            <a:r>
              <a:rPr lang="en-US" sz="400" dirty="0">
                <a:solidFill>
                  <a:srgbClr val="606060"/>
                </a:solidFill>
                <a:latin typeface="Courier New" pitchFamily="34" charset="0"/>
                <a:ea typeface="Courier New" pitchFamily="34" charset="-122"/>
                <a:cs typeface="Courier New" pitchFamily="34" charset="-120"/>
              </a:rPr>
              <a:t>ARCHIVE PROJECTIONS</a:t>
            </a:r>
            <a:endParaRPr lang="en-US" sz="400" dirty="0"/>
          </a:p>
        </p:txBody>
      </p:sp>
      <p:sp>
        <p:nvSpPr>
          <p:cNvPr id="118" name="Text 116"/>
          <p:cNvSpPr/>
          <p:nvPr/>
        </p:nvSpPr>
        <p:spPr>
          <a:xfrm>
            <a:off x="4389120" y="1851660"/>
            <a:ext cx="365760" cy="137160"/>
          </a:xfrm>
          <a:prstGeom prst="rect">
            <a:avLst/>
          </a:prstGeom>
          <a:noFill/>
          <a:ln/>
        </p:spPr>
        <p:txBody>
          <a:bodyPr wrap="square" rtlCol="0" anchor="ctr"/>
          <a:lstStyle/>
          <a:p>
            <a:pPr algn="ctr" indent="0" marL="0">
              <a:buNone/>
            </a:pPr>
            <a:r>
              <a:rPr lang="en-US" sz="900" b="1" dirty="0">
                <a:solidFill>
                  <a:srgbClr val="C0C0C0"/>
                </a:solidFill>
              </a:rPr>
              <a:t>REPLAY</a:t>
            </a:r>
            <a:endParaRPr lang="en-US" sz="900" dirty="0"/>
          </a:p>
        </p:txBody>
      </p:sp>
      <p:sp>
        <p:nvSpPr>
          <p:cNvPr id="119" name="Shape 117"/>
          <p:cNvSpPr/>
          <p:nvPr/>
        </p:nvSpPr>
        <p:spPr>
          <a:xfrm>
            <a:off x="5577840" y="1851660"/>
            <a:ext cx="640080" cy="109728"/>
          </a:xfrm>
          <a:prstGeom prst="rect">
            <a:avLst/>
          </a:prstGeom>
          <a:solidFill>
            <a:srgbClr val="808080">
              <a:alpha val="30000"/>
            </a:srgbClr>
          </a:solidFill>
          <a:ln w="12700">
            <a:solidFill>
              <a:srgbClr val="808080"/>
            </a:solidFill>
            <a:prstDash val="solid"/>
          </a:ln>
        </p:spPr>
      </p:sp>
      <p:sp>
        <p:nvSpPr>
          <p:cNvPr id="120" name="Text 118"/>
          <p:cNvSpPr/>
          <p:nvPr/>
        </p:nvSpPr>
        <p:spPr>
          <a:xfrm>
            <a:off x="5623560" y="1869948"/>
            <a:ext cx="54864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AGENT-RX</a:t>
            </a:r>
            <a:endParaRPr lang="en-US" sz="400" dirty="0"/>
          </a:p>
        </p:txBody>
      </p:sp>
      <p:sp>
        <p:nvSpPr>
          <p:cNvPr id="121" name="Shape 119"/>
          <p:cNvSpPr/>
          <p:nvPr/>
        </p:nvSpPr>
        <p:spPr>
          <a:xfrm>
            <a:off x="2834640" y="4549140"/>
            <a:ext cx="3474720" cy="457200"/>
          </a:xfrm>
          <a:prstGeom prst="ellipse">
            <a:avLst/>
          </a:prstGeom>
          <a:solidFill>
            <a:srgbClr val="1A1A1F">
              <a:alpha val="10000"/>
            </a:srgbClr>
          </a:solidFill>
          <a:ln w="19050">
            <a:solidFill>
              <a:srgbClr val="00E5FF"/>
            </a:solidFill>
            <a:prstDash val="solid"/>
          </a:ln>
        </p:spPr>
      </p:sp>
      <p:sp>
        <p:nvSpPr>
          <p:cNvPr id="122" name="Text 120"/>
          <p:cNvSpPr/>
          <p:nvPr/>
        </p:nvSpPr>
        <p:spPr>
          <a:xfrm>
            <a:off x="2852928" y="456742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23" name="Text 121"/>
          <p:cNvSpPr/>
          <p:nvPr/>
        </p:nvSpPr>
        <p:spPr>
          <a:xfrm>
            <a:off x="3246120" y="4567428"/>
            <a:ext cx="301752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Agent-RX</a:t>
            </a:r>
            <a:endParaRPr lang="en-US" sz="400" dirty="0"/>
          </a:p>
        </p:txBody>
      </p:sp>
      <p:sp>
        <p:nvSpPr>
          <p:cNvPr id="124" name="Text 122"/>
          <p:cNvSpPr/>
          <p:nvPr/>
        </p:nvSpPr>
        <p:spPr>
          <a:xfrm>
            <a:off x="2852928" y="462229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25" name="Text 123"/>
          <p:cNvSpPr/>
          <p:nvPr/>
        </p:nvSpPr>
        <p:spPr>
          <a:xfrm>
            <a:off x="3246120" y="4622292"/>
            <a:ext cx="301752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Historical State Reconstructed</a:t>
            </a:r>
            <a:endParaRPr lang="en-US" sz="400" dirty="0"/>
          </a:p>
        </p:txBody>
      </p:sp>
      <p:sp>
        <p:nvSpPr>
          <p:cNvPr id="126" name="Text 124"/>
          <p:cNvSpPr/>
          <p:nvPr/>
        </p:nvSpPr>
        <p:spPr>
          <a:xfrm>
            <a:off x="2852928" y="467715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27" name="Text 125"/>
          <p:cNvSpPr/>
          <p:nvPr/>
        </p:nvSpPr>
        <p:spPr>
          <a:xfrm>
            <a:off x="3246120" y="4677156"/>
            <a:ext cx="301752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0xGHI</a:t>
            </a:r>
            <a:endParaRPr lang="en-US" sz="400" dirty="0"/>
          </a:p>
        </p:txBody>
      </p:sp>
      <p:sp>
        <p:nvSpPr>
          <p:cNvPr id="128" name="Text 126"/>
          <p:cNvSpPr/>
          <p:nvPr/>
        </p:nvSpPr>
        <p:spPr>
          <a:xfrm>
            <a:off x="2852928" y="473202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29" name="Text 127"/>
          <p:cNvSpPr/>
          <p:nvPr/>
        </p:nvSpPr>
        <p:spPr>
          <a:xfrm>
            <a:off x="3246120" y="4732020"/>
            <a:ext cx="301752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95.5%</a:t>
            </a:r>
            <a:endParaRPr lang="en-US" sz="400" dirty="0"/>
          </a:p>
        </p:txBody>
      </p:sp>
      <p:sp>
        <p:nvSpPr>
          <p:cNvPr id="130" name="Text 128"/>
          <p:cNvSpPr/>
          <p:nvPr/>
        </p:nvSpPr>
        <p:spPr>
          <a:xfrm>
            <a:off x="2852928" y="478688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31" name="Text 129"/>
          <p:cNvSpPr/>
          <p:nvPr/>
        </p:nvSpPr>
        <p:spPr>
          <a:xfrm>
            <a:off x="3246120" y="4786884"/>
            <a:ext cx="301752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Reconstructed</a:t>
            </a:r>
            <a:endParaRPr lang="en-US" sz="400" dirty="0"/>
          </a:p>
        </p:txBody>
      </p:sp>
      <p:sp>
        <p:nvSpPr>
          <p:cNvPr id="132" name="Text 130"/>
          <p:cNvSpPr/>
          <p:nvPr/>
        </p:nvSpPr>
        <p:spPr>
          <a:xfrm>
            <a:off x="2852928" y="484174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33" name="Text 131"/>
          <p:cNvSpPr/>
          <p:nvPr/>
        </p:nvSpPr>
        <p:spPr>
          <a:xfrm>
            <a:off x="3246120" y="4841748"/>
            <a:ext cx="301752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T+500</a:t>
            </a:r>
            <a:endParaRPr lang="en-US" sz="400" dirty="0"/>
          </a:p>
        </p:txBody>
      </p:sp>
      <p:sp>
        <p:nvSpPr>
          <p:cNvPr id="134" name="Shape 132"/>
          <p:cNvSpPr/>
          <p:nvPr/>
        </p:nvSpPr>
        <p:spPr>
          <a:xfrm>
            <a:off x="6272784" y="4969764"/>
            <a:ext cx="27432" cy="27432"/>
          </a:xfrm>
          <a:prstGeom prst="ellipse">
            <a:avLst/>
          </a:prstGeom>
          <a:solidFill>
            <a:srgbClr val="FF0000">
              <a:alpha val="30000"/>
            </a:srgbClr>
          </a:solidFill>
          <a:ln w="12700">
            <a:solidFill>
              <a:srgbClr val="FF0000"/>
            </a:solidFill>
            <a:prstDash val="solid"/>
          </a:ln>
        </p:spPr>
      </p:sp>
      <p:sp>
        <p:nvSpPr>
          <p:cNvPr id="135" name="Shape 133"/>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136" name="Text 134"/>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137" name="Shape 135"/>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138" name="Shape 136"/>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139" name="Text 137"/>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140" name="Shape 138"/>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141" name="Shape 139"/>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142" name="Shape 140"/>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143" name="Text 141"/>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144" name="Shape 142"/>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145" name="Text 143"/>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146" name="Shape 144"/>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147" name="Text 145"/>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148" name="Text 146"/>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Replay is owned by Agent-RX. It performs Deterministic Reconstruction, Historical Recovery, Fork Analysis, Event Replay, and Evidence Reconstruction. Replay visually shows time with timeline fragments, fork branches, reconstruction streams, and ghost paths. Replay is NOT evolution, AGI training, future simulation, or self-improvement.</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2752334" y="964779"/>
            <a:ext cx="26644" cy="26644"/>
          </a:xfrm>
          <a:prstGeom prst="ellipse">
            <a:avLst/>
          </a:prstGeom>
          <a:solidFill>
            <a:srgbClr val="FFFFFF">
              <a:alpha val="10000"/>
            </a:srgbClr>
          </a:solidFill>
          <a:ln w="12700">
            <a:solidFill>
              <a:srgbClr val="FFFFFF"/>
            </a:solidFill>
            <a:prstDash val="solid"/>
          </a:ln>
        </p:spPr>
      </p:sp>
      <p:sp>
        <p:nvSpPr>
          <p:cNvPr id="4" name="Shape 2"/>
          <p:cNvSpPr/>
          <p:nvPr/>
        </p:nvSpPr>
        <p:spPr>
          <a:xfrm>
            <a:off x="6486987" y="827804"/>
            <a:ext cx="32692" cy="32692"/>
          </a:xfrm>
          <a:prstGeom prst="ellipse">
            <a:avLst/>
          </a:prstGeom>
          <a:solidFill>
            <a:srgbClr val="FFFFFF">
              <a:alpha val="10000"/>
            </a:srgbClr>
          </a:solidFill>
          <a:ln w="12700">
            <a:solidFill>
              <a:srgbClr val="FFFFFF"/>
            </a:solidFill>
            <a:prstDash val="solid"/>
          </a:ln>
        </p:spPr>
      </p:sp>
      <p:sp>
        <p:nvSpPr>
          <p:cNvPr id="5" name="Shape 3"/>
          <p:cNvSpPr/>
          <p:nvPr/>
        </p:nvSpPr>
        <p:spPr>
          <a:xfrm>
            <a:off x="823259" y="6618693"/>
            <a:ext cx="14498" cy="14498"/>
          </a:xfrm>
          <a:prstGeom prst="ellipse">
            <a:avLst/>
          </a:prstGeom>
          <a:solidFill>
            <a:srgbClr val="FFFFFF">
              <a:alpha val="10000"/>
            </a:srgbClr>
          </a:solidFill>
          <a:ln w="12700">
            <a:solidFill>
              <a:srgbClr val="FFFFFF"/>
            </a:solidFill>
            <a:prstDash val="solid"/>
          </a:ln>
        </p:spPr>
      </p:sp>
      <p:sp>
        <p:nvSpPr>
          <p:cNvPr id="6" name="Shape 4"/>
          <p:cNvSpPr/>
          <p:nvPr/>
        </p:nvSpPr>
        <p:spPr>
          <a:xfrm>
            <a:off x="1969363" y="6628904"/>
            <a:ext cx="14959" cy="14959"/>
          </a:xfrm>
          <a:prstGeom prst="ellipse">
            <a:avLst/>
          </a:prstGeom>
          <a:solidFill>
            <a:srgbClr val="FFFFFF">
              <a:alpha val="10000"/>
            </a:srgbClr>
          </a:solidFill>
          <a:ln w="12700">
            <a:solidFill>
              <a:srgbClr val="FFFFFF"/>
            </a:solidFill>
            <a:prstDash val="solid"/>
          </a:ln>
        </p:spPr>
      </p:sp>
      <p:sp>
        <p:nvSpPr>
          <p:cNvPr id="7" name="Shape 5"/>
          <p:cNvSpPr/>
          <p:nvPr/>
        </p:nvSpPr>
        <p:spPr>
          <a:xfrm>
            <a:off x="4555647" y="6801761"/>
            <a:ext cx="30121" cy="30121"/>
          </a:xfrm>
          <a:prstGeom prst="ellipse">
            <a:avLst/>
          </a:prstGeom>
          <a:solidFill>
            <a:srgbClr val="FFFFFF">
              <a:alpha val="10000"/>
            </a:srgbClr>
          </a:solidFill>
          <a:ln w="12700">
            <a:solidFill>
              <a:srgbClr val="FFFFFF"/>
            </a:solidFill>
            <a:prstDash val="solid"/>
          </a:ln>
        </p:spPr>
      </p:sp>
      <p:sp>
        <p:nvSpPr>
          <p:cNvPr id="8" name="Shape 6"/>
          <p:cNvSpPr/>
          <p:nvPr/>
        </p:nvSpPr>
        <p:spPr>
          <a:xfrm>
            <a:off x="890166" y="5389042"/>
            <a:ext cx="11423" cy="11423"/>
          </a:xfrm>
          <a:prstGeom prst="ellipse">
            <a:avLst/>
          </a:prstGeom>
          <a:solidFill>
            <a:srgbClr val="FFFFFF">
              <a:alpha val="10000"/>
            </a:srgbClr>
          </a:solidFill>
          <a:ln w="12700">
            <a:solidFill>
              <a:srgbClr val="FFFFFF"/>
            </a:solidFill>
            <a:prstDash val="solid"/>
          </a:ln>
        </p:spPr>
      </p:sp>
      <p:sp>
        <p:nvSpPr>
          <p:cNvPr id="9" name="Shape 7"/>
          <p:cNvSpPr/>
          <p:nvPr/>
        </p:nvSpPr>
        <p:spPr>
          <a:xfrm>
            <a:off x="8864724" y="521919"/>
            <a:ext cx="22816" cy="22816"/>
          </a:xfrm>
          <a:prstGeom prst="ellipse">
            <a:avLst/>
          </a:prstGeom>
          <a:solidFill>
            <a:srgbClr val="FFFFFF">
              <a:alpha val="10000"/>
            </a:srgbClr>
          </a:solidFill>
          <a:ln w="12700">
            <a:solidFill>
              <a:srgbClr val="FFFFFF"/>
            </a:solidFill>
            <a:prstDash val="solid"/>
          </a:ln>
        </p:spPr>
      </p:sp>
      <p:sp>
        <p:nvSpPr>
          <p:cNvPr id="10" name="Shape 8"/>
          <p:cNvSpPr/>
          <p:nvPr/>
        </p:nvSpPr>
        <p:spPr>
          <a:xfrm>
            <a:off x="6324434" y="3780976"/>
            <a:ext cx="14537" cy="14537"/>
          </a:xfrm>
          <a:prstGeom prst="ellipse">
            <a:avLst/>
          </a:prstGeom>
          <a:solidFill>
            <a:srgbClr val="FFFFFF">
              <a:alpha val="10000"/>
            </a:srgbClr>
          </a:solidFill>
          <a:ln w="12700">
            <a:solidFill>
              <a:srgbClr val="FFFFFF"/>
            </a:solidFill>
            <a:prstDash val="solid"/>
          </a:ln>
        </p:spPr>
      </p:sp>
      <p:sp>
        <p:nvSpPr>
          <p:cNvPr id="11" name="Shape 9"/>
          <p:cNvSpPr/>
          <p:nvPr/>
        </p:nvSpPr>
        <p:spPr>
          <a:xfrm>
            <a:off x="7626414" y="1553232"/>
            <a:ext cx="32186" cy="32186"/>
          </a:xfrm>
          <a:prstGeom prst="ellipse">
            <a:avLst/>
          </a:prstGeom>
          <a:solidFill>
            <a:srgbClr val="FFFFFF">
              <a:alpha val="10000"/>
            </a:srgbClr>
          </a:solidFill>
          <a:ln w="12700">
            <a:solidFill>
              <a:srgbClr val="FFFFFF"/>
            </a:solidFill>
            <a:prstDash val="solid"/>
          </a:ln>
        </p:spPr>
      </p:sp>
      <p:sp>
        <p:nvSpPr>
          <p:cNvPr id="12" name="Shape 10"/>
          <p:cNvSpPr/>
          <p:nvPr/>
        </p:nvSpPr>
        <p:spPr>
          <a:xfrm>
            <a:off x="8951101" y="1163837"/>
            <a:ext cx="20887" cy="20887"/>
          </a:xfrm>
          <a:prstGeom prst="ellipse">
            <a:avLst/>
          </a:prstGeom>
          <a:solidFill>
            <a:srgbClr val="FFFFFF">
              <a:alpha val="10000"/>
            </a:srgbClr>
          </a:solidFill>
          <a:ln w="12700">
            <a:solidFill>
              <a:srgbClr val="FFFFFF"/>
            </a:solidFill>
            <a:prstDash val="solid"/>
          </a:ln>
        </p:spPr>
      </p:sp>
      <p:sp>
        <p:nvSpPr>
          <p:cNvPr id="13" name="Shape 11"/>
          <p:cNvSpPr/>
          <p:nvPr/>
        </p:nvSpPr>
        <p:spPr>
          <a:xfrm>
            <a:off x="7889963" y="1195176"/>
            <a:ext cx="32429" cy="32429"/>
          </a:xfrm>
          <a:prstGeom prst="ellipse">
            <a:avLst/>
          </a:prstGeom>
          <a:solidFill>
            <a:srgbClr val="FFFFFF">
              <a:alpha val="10000"/>
            </a:srgbClr>
          </a:solidFill>
          <a:ln w="12700">
            <a:solidFill>
              <a:srgbClr val="FFFFFF"/>
            </a:solidFill>
            <a:prstDash val="solid"/>
          </a:ln>
        </p:spPr>
      </p:sp>
      <p:sp>
        <p:nvSpPr>
          <p:cNvPr id="14" name="Shape 12"/>
          <p:cNvSpPr/>
          <p:nvPr/>
        </p:nvSpPr>
        <p:spPr>
          <a:xfrm>
            <a:off x="635517" y="3499676"/>
            <a:ext cx="12610" cy="12610"/>
          </a:xfrm>
          <a:prstGeom prst="ellipse">
            <a:avLst/>
          </a:prstGeom>
          <a:solidFill>
            <a:srgbClr val="FFFFFF">
              <a:alpha val="10000"/>
            </a:srgbClr>
          </a:solidFill>
          <a:ln w="12700">
            <a:solidFill>
              <a:srgbClr val="FFFFFF"/>
            </a:solidFill>
            <a:prstDash val="solid"/>
          </a:ln>
        </p:spPr>
      </p:sp>
      <p:sp>
        <p:nvSpPr>
          <p:cNvPr id="15" name="Shape 13"/>
          <p:cNvSpPr/>
          <p:nvPr/>
        </p:nvSpPr>
        <p:spPr>
          <a:xfrm>
            <a:off x="6490410" y="4102790"/>
            <a:ext cx="30126" cy="30126"/>
          </a:xfrm>
          <a:prstGeom prst="ellipse">
            <a:avLst/>
          </a:prstGeom>
          <a:solidFill>
            <a:srgbClr val="FFFFFF">
              <a:alpha val="10000"/>
            </a:srgbClr>
          </a:solidFill>
          <a:ln w="12700">
            <a:solidFill>
              <a:srgbClr val="FFFFFF"/>
            </a:solidFill>
            <a:prstDash val="solid"/>
          </a:ln>
        </p:spPr>
      </p:sp>
      <p:sp>
        <p:nvSpPr>
          <p:cNvPr id="16" name="Shape 14"/>
          <p:cNvSpPr/>
          <p:nvPr/>
        </p:nvSpPr>
        <p:spPr>
          <a:xfrm>
            <a:off x="197601" y="1985049"/>
            <a:ext cx="32981" cy="32981"/>
          </a:xfrm>
          <a:prstGeom prst="ellipse">
            <a:avLst/>
          </a:prstGeom>
          <a:solidFill>
            <a:srgbClr val="FFFFFF">
              <a:alpha val="10000"/>
            </a:srgbClr>
          </a:solidFill>
          <a:ln w="12700">
            <a:solidFill>
              <a:srgbClr val="FFFFFF"/>
            </a:solidFill>
            <a:prstDash val="solid"/>
          </a:ln>
        </p:spPr>
      </p:sp>
      <p:sp>
        <p:nvSpPr>
          <p:cNvPr id="17" name="Shape 15"/>
          <p:cNvSpPr/>
          <p:nvPr/>
        </p:nvSpPr>
        <p:spPr>
          <a:xfrm>
            <a:off x="6367189" y="2216221"/>
            <a:ext cx="15777" cy="15777"/>
          </a:xfrm>
          <a:prstGeom prst="ellipse">
            <a:avLst/>
          </a:prstGeom>
          <a:solidFill>
            <a:srgbClr val="FFFFFF">
              <a:alpha val="10000"/>
            </a:srgbClr>
          </a:solidFill>
          <a:ln w="12700">
            <a:solidFill>
              <a:srgbClr val="FFFFFF"/>
            </a:solidFill>
            <a:prstDash val="solid"/>
          </a:ln>
        </p:spPr>
      </p:sp>
      <p:sp>
        <p:nvSpPr>
          <p:cNvPr id="18" name="Shape 16"/>
          <p:cNvSpPr/>
          <p:nvPr/>
        </p:nvSpPr>
        <p:spPr>
          <a:xfrm>
            <a:off x="6936221" y="4859707"/>
            <a:ext cx="16547" cy="16547"/>
          </a:xfrm>
          <a:prstGeom prst="ellipse">
            <a:avLst/>
          </a:prstGeom>
          <a:solidFill>
            <a:srgbClr val="FFFFFF">
              <a:alpha val="10000"/>
            </a:srgbClr>
          </a:solidFill>
          <a:ln w="12700">
            <a:solidFill>
              <a:srgbClr val="FFFFFF"/>
            </a:solidFill>
            <a:prstDash val="solid"/>
          </a:ln>
        </p:spPr>
      </p:sp>
      <p:sp>
        <p:nvSpPr>
          <p:cNvPr id="19" name="Shape 17"/>
          <p:cNvSpPr/>
          <p:nvPr/>
        </p:nvSpPr>
        <p:spPr>
          <a:xfrm>
            <a:off x="1139276" y="5876466"/>
            <a:ext cx="10489" cy="10489"/>
          </a:xfrm>
          <a:prstGeom prst="ellipse">
            <a:avLst/>
          </a:prstGeom>
          <a:solidFill>
            <a:srgbClr val="FFFFFF">
              <a:alpha val="10000"/>
            </a:srgbClr>
          </a:solidFill>
          <a:ln w="12700">
            <a:solidFill>
              <a:srgbClr val="FFFFFF"/>
            </a:solidFill>
            <a:prstDash val="solid"/>
          </a:ln>
        </p:spPr>
      </p:sp>
      <p:sp>
        <p:nvSpPr>
          <p:cNvPr id="20" name="Shape 18"/>
          <p:cNvSpPr/>
          <p:nvPr/>
        </p:nvSpPr>
        <p:spPr>
          <a:xfrm>
            <a:off x="2524326" y="5960525"/>
            <a:ext cx="33915" cy="33915"/>
          </a:xfrm>
          <a:prstGeom prst="ellipse">
            <a:avLst/>
          </a:prstGeom>
          <a:solidFill>
            <a:srgbClr val="FFFFFF">
              <a:alpha val="10000"/>
            </a:srgbClr>
          </a:solidFill>
          <a:ln w="12700">
            <a:solidFill>
              <a:srgbClr val="FFFFFF"/>
            </a:solidFill>
            <a:prstDash val="solid"/>
          </a:ln>
        </p:spPr>
      </p:sp>
      <p:sp>
        <p:nvSpPr>
          <p:cNvPr id="21" name="Shape 19"/>
          <p:cNvSpPr/>
          <p:nvPr/>
        </p:nvSpPr>
        <p:spPr>
          <a:xfrm>
            <a:off x="7530799" y="5865447"/>
            <a:ext cx="28018" cy="28018"/>
          </a:xfrm>
          <a:prstGeom prst="ellipse">
            <a:avLst/>
          </a:prstGeom>
          <a:solidFill>
            <a:srgbClr val="FFFFFF">
              <a:alpha val="10000"/>
            </a:srgbClr>
          </a:solidFill>
          <a:ln w="12700">
            <a:solidFill>
              <a:srgbClr val="FFFFFF"/>
            </a:solidFill>
            <a:prstDash val="solid"/>
          </a:ln>
        </p:spPr>
      </p:sp>
      <p:sp>
        <p:nvSpPr>
          <p:cNvPr id="22" name="Shape 20"/>
          <p:cNvSpPr/>
          <p:nvPr/>
        </p:nvSpPr>
        <p:spPr>
          <a:xfrm>
            <a:off x="1976848" y="3885522"/>
            <a:ext cx="31935" cy="31935"/>
          </a:xfrm>
          <a:prstGeom prst="ellipse">
            <a:avLst/>
          </a:prstGeom>
          <a:solidFill>
            <a:srgbClr val="FFFFFF">
              <a:alpha val="10000"/>
            </a:srgbClr>
          </a:solidFill>
          <a:ln w="12700">
            <a:solidFill>
              <a:srgbClr val="FFFFFF"/>
            </a:solidFill>
            <a:prstDash val="solid"/>
          </a:ln>
        </p:spPr>
      </p:sp>
      <p:sp>
        <p:nvSpPr>
          <p:cNvPr id="23" name="Shape 21"/>
          <p:cNvSpPr/>
          <p:nvPr/>
        </p:nvSpPr>
        <p:spPr>
          <a:xfrm>
            <a:off x="2170530" y="1550479"/>
            <a:ext cx="24018" cy="24018"/>
          </a:xfrm>
          <a:prstGeom prst="ellipse">
            <a:avLst/>
          </a:prstGeom>
          <a:solidFill>
            <a:srgbClr val="FFFFFF">
              <a:alpha val="10000"/>
            </a:srgbClr>
          </a:solidFill>
          <a:ln w="12700">
            <a:solidFill>
              <a:srgbClr val="FFFFFF"/>
            </a:solidFill>
            <a:prstDash val="solid"/>
          </a:ln>
        </p:spPr>
      </p:sp>
      <p:sp>
        <p:nvSpPr>
          <p:cNvPr id="24" name="Shape 22"/>
          <p:cNvSpPr/>
          <p:nvPr/>
        </p:nvSpPr>
        <p:spPr>
          <a:xfrm>
            <a:off x="1511128" y="3627693"/>
            <a:ext cx="18435" cy="18435"/>
          </a:xfrm>
          <a:prstGeom prst="ellipse">
            <a:avLst/>
          </a:prstGeom>
          <a:solidFill>
            <a:srgbClr val="FFFFFF">
              <a:alpha val="10000"/>
            </a:srgbClr>
          </a:solidFill>
          <a:ln w="12700">
            <a:solidFill>
              <a:srgbClr val="FFFFFF"/>
            </a:solidFill>
            <a:prstDash val="solid"/>
          </a:ln>
        </p:spPr>
      </p:sp>
      <p:sp>
        <p:nvSpPr>
          <p:cNvPr id="25" name="Shape 23"/>
          <p:cNvSpPr/>
          <p:nvPr/>
        </p:nvSpPr>
        <p:spPr>
          <a:xfrm>
            <a:off x="903466" y="5539367"/>
            <a:ext cx="31921" cy="31921"/>
          </a:xfrm>
          <a:prstGeom prst="ellipse">
            <a:avLst/>
          </a:prstGeom>
          <a:solidFill>
            <a:srgbClr val="FFFFFF">
              <a:alpha val="10000"/>
            </a:srgbClr>
          </a:solidFill>
          <a:ln w="12700">
            <a:solidFill>
              <a:srgbClr val="FFFFFF"/>
            </a:solidFill>
            <a:prstDash val="solid"/>
          </a:ln>
        </p:spPr>
      </p:sp>
      <p:sp>
        <p:nvSpPr>
          <p:cNvPr id="26" name="Shape 24"/>
          <p:cNvSpPr/>
          <p:nvPr/>
        </p:nvSpPr>
        <p:spPr>
          <a:xfrm>
            <a:off x="475641" y="639587"/>
            <a:ext cx="19723" cy="19723"/>
          </a:xfrm>
          <a:prstGeom prst="ellipse">
            <a:avLst/>
          </a:prstGeom>
          <a:solidFill>
            <a:srgbClr val="FFFFFF">
              <a:alpha val="10000"/>
            </a:srgbClr>
          </a:solidFill>
          <a:ln w="12700">
            <a:solidFill>
              <a:srgbClr val="FFFFFF"/>
            </a:solidFill>
            <a:prstDash val="solid"/>
          </a:ln>
        </p:spPr>
      </p:sp>
      <p:sp>
        <p:nvSpPr>
          <p:cNvPr id="27" name="Shape 25"/>
          <p:cNvSpPr/>
          <p:nvPr/>
        </p:nvSpPr>
        <p:spPr>
          <a:xfrm>
            <a:off x="7840319" y="4392070"/>
            <a:ext cx="34978" cy="34978"/>
          </a:xfrm>
          <a:prstGeom prst="ellipse">
            <a:avLst/>
          </a:prstGeom>
          <a:solidFill>
            <a:srgbClr val="FFFFFF">
              <a:alpha val="10000"/>
            </a:srgbClr>
          </a:solidFill>
          <a:ln w="12700">
            <a:solidFill>
              <a:srgbClr val="FFFFFF"/>
            </a:solidFill>
            <a:prstDash val="solid"/>
          </a:ln>
        </p:spPr>
      </p:sp>
      <p:sp>
        <p:nvSpPr>
          <p:cNvPr id="28" name="Shape 26"/>
          <p:cNvSpPr/>
          <p:nvPr/>
        </p:nvSpPr>
        <p:spPr>
          <a:xfrm>
            <a:off x="3800146" y="2790792"/>
            <a:ext cx="35157" cy="35157"/>
          </a:xfrm>
          <a:prstGeom prst="ellipse">
            <a:avLst/>
          </a:prstGeom>
          <a:solidFill>
            <a:srgbClr val="FFFFFF">
              <a:alpha val="10000"/>
            </a:srgbClr>
          </a:solidFill>
          <a:ln w="12700">
            <a:solidFill>
              <a:srgbClr val="FFFFFF"/>
            </a:solidFill>
            <a:prstDash val="solid"/>
          </a:ln>
        </p:spPr>
      </p:sp>
      <p:sp>
        <p:nvSpPr>
          <p:cNvPr id="29" name="Shape 27"/>
          <p:cNvSpPr/>
          <p:nvPr/>
        </p:nvSpPr>
        <p:spPr>
          <a:xfrm>
            <a:off x="3889543" y="2251229"/>
            <a:ext cx="26379" cy="26379"/>
          </a:xfrm>
          <a:prstGeom prst="ellipse">
            <a:avLst/>
          </a:prstGeom>
          <a:solidFill>
            <a:srgbClr val="FFFFFF">
              <a:alpha val="10000"/>
            </a:srgbClr>
          </a:solidFill>
          <a:ln w="12700">
            <a:solidFill>
              <a:srgbClr val="FFFFFF"/>
            </a:solidFill>
            <a:prstDash val="solid"/>
          </a:ln>
        </p:spPr>
      </p:sp>
      <p:sp>
        <p:nvSpPr>
          <p:cNvPr id="30" name="Shape 28"/>
          <p:cNvSpPr/>
          <p:nvPr/>
        </p:nvSpPr>
        <p:spPr>
          <a:xfrm>
            <a:off x="6253311" y="2022652"/>
            <a:ext cx="33970" cy="33970"/>
          </a:xfrm>
          <a:prstGeom prst="ellipse">
            <a:avLst/>
          </a:prstGeom>
          <a:solidFill>
            <a:srgbClr val="FFFFFF">
              <a:alpha val="10000"/>
            </a:srgbClr>
          </a:solidFill>
          <a:ln w="12700">
            <a:solidFill>
              <a:srgbClr val="FFFFFF"/>
            </a:solidFill>
            <a:prstDash val="solid"/>
          </a:ln>
        </p:spPr>
      </p:sp>
      <p:sp>
        <p:nvSpPr>
          <p:cNvPr id="31" name="Shape 29"/>
          <p:cNvSpPr/>
          <p:nvPr/>
        </p:nvSpPr>
        <p:spPr>
          <a:xfrm>
            <a:off x="2762850" y="6254187"/>
            <a:ext cx="24100" cy="24100"/>
          </a:xfrm>
          <a:prstGeom prst="ellipse">
            <a:avLst/>
          </a:prstGeom>
          <a:solidFill>
            <a:srgbClr val="FFFFFF">
              <a:alpha val="10000"/>
            </a:srgbClr>
          </a:solidFill>
          <a:ln w="12700">
            <a:solidFill>
              <a:srgbClr val="FFFFFF"/>
            </a:solidFill>
            <a:prstDash val="solid"/>
          </a:ln>
        </p:spPr>
      </p:sp>
      <p:sp>
        <p:nvSpPr>
          <p:cNvPr id="32" name="Shape 30"/>
          <p:cNvSpPr/>
          <p:nvPr/>
        </p:nvSpPr>
        <p:spPr>
          <a:xfrm>
            <a:off x="5191183" y="5761264"/>
            <a:ext cx="9271" cy="9271"/>
          </a:xfrm>
          <a:prstGeom prst="ellipse">
            <a:avLst/>
          </a:prstGeom>
          <a:solidFill>
            <a:srgbClr val="FFFFFF">
              <a:alpha val="10000"/>
            </a:srgbClr>
          </a:solidFill>
          <a:ln w="12700">
            <a:solidFill>
              <a:srgbClr val="FFFFFF"/>
            </a:solidFill>
            <a:prstDash val="solid"/>
          </a:ln>
        </p:spPr>
      </p:sp>
      <p:sp>
        <p:nvSpPr>
          <p:cNvPr id="33" name="Shape 31"/>
          <p:cNvSpPr/>
          <p:nvPr/>
        </p:nvSpPr>
        <p:spPr>
          <a:xfrm>
            <a:off x="3651173" y="5551237"/>
            <a:ext cx="34359" cy="34359"/>
          </a:xfrm>
          <a:prstGeom prst="ellipse">
            <a:avLst/>
          </a:prstGeom>
          <a:solidFill>
            <a:srgbClr val="FFFFFF">
              <a:alpha val="10000"/>
            </a:srgbClr>
          </a:solidFill>
          <a:ln w="12700">
            <a:solidFill>
              <a:srgbClr val="FFFFFF"/>
            </a:solidFill>
            <a:prstDash val="solid"/>
          </a:ln>
        </p:spPr>
      </p:sp>
      <p:sp>
        <p:nvSpPr>
          <p:cNvPr id="34" name="Shape 32"/>
          <p:cNvSpPr/>
          <p:nvPr/>
        </p:nvSpPr>
        <p:spPr>
          <a:xfrm>
            <a:off x="2983612" y="6307821"/>
            <a:ext cx="26548" cy="26548"/>
          </a:xfrm>
          <a:prstGeom prst="ellipse">
            <a:avLst/>
          </a:prstGeom>
          <a:solidFill>
            <a:srgbClr val="FFFFFF">
              <a:alpha val="10000"/>
            </a:srgbClr>
          </a:solidFill>
          <a:ln w="12700">
            <a:solidFill>
              <a:srgbClr val="FFFFFF"/>
            </a:solidFill>
            <a:prstDash val="solid"/>
          </a:ln>
        </p:spPr>
      </p:sp>
      <p:sp>
        <p:nvSpPr>
          <p:cNvPr id="35" name="Shape 33"/>
          <p:cNvSpPr/>
          <p:nvPr/>
        </p:nvSpPr>
        <p:spPr>
          <a:xfrm>
            <a:off x="6048307" y="4499627"/>
            <a:ext cx="19332" cy="19332"/>
          </a:xfrm>
          <a:prstGeom prst="ellipse">
            <a:avLst/>
          </a:prstGeom>
          <a:solidFill>
            <a:srgbClr val="FFFFFF">
              <a:alpha val="10000"/>
            </a:srgbClr>
          </a:solidFill>
          <a:ln w="12700">
            <a:solidFill>
              <a:srgbClr val="FFFFFF"/>
            </a:solidFill>
            <a:prstDash val="solid"/>
          </a:ln>
        </p:spPr>
      </p:sp>
      <p:sp>
        <p:nvSpPr>
          <p:cNvPr id="36" name="Shape 34"/>
          <p:cNvSpPr/>
          <p:nvPr/>
        </p:nvSpPr>
        <p:spPr>
          <a:xfrm>
            <a:off x="8609416" y="2880927"/>
            <a:ext cx="30460" cy="30460"/>
          </a:xfrm>
          <a:prstGeom prst="ellipse">
            <a:avLst/>
          </a:prstGeom>
          <a:solidFill>
            <a:srgbClr val="FFFFFF">
              <a:alpha val="10000"/>
            </a:srgbClr>
          </a:solidFill>
          <a:ln w="12700">
            <a:solidFill>
              <a:srgbClr val="FFFFFF"/>
            </a:solidFill>
            <a:prstDash val="solid"/>
          </a:ln>
        </p:spPr>
      </p:sp>
      <p:sp>
        <p:nvSpPr>
          <p:cNvPr id="37" name="Shape 35"/>
          <p:cNvSpPr/>
          <p:nvPr/>
        </p:nvSpPr>
        <p:spPr>
          <a:xfrm>
            <a:off x="5787716" y="5610397"/>
            <a:ext cx="19077" cy="19077"/>
          </a:xfrm>
          <a:prstGeom prst="ellipse">
            <a:avLst/>
          </a:prstGeom>
          <a:solidFill>
            <a:srgbClr val="FFFFFF">
              <a:alpha val="10000"/>
            </a:srgbClr>
          </a:solidFill>
          <a:ln w="12700">
            <a:solidFill>
              <a:srgbClr val="FFFFFF"/>
            </a:solidFill>
            <a:prstDash val="solid"/>
          </a:ln>
        </p:spPr>
      </p:sp>
      <p:sp>
        <p:nvSpPr>
          <p:cNvPr id="38" name="Shape 36"/>
          <p:cNvSpPr/>
          <p:nvPr/>
        </p:nvSpPr>
        <p:spPr>
          <a:xfrm>
            <a:off x="421655" y="4169644"/>
            <a:ext cx="18716" cy="18716"/>
          </a:xfrm>
          <a:prstGeom prst="ellipse">
            <a:avLst/>
          </a:prstGeom>
          <a:solidFill>
            <a:srgbClr val="FFFFFF">
              <a:alpha val="10000"/>
            </a:srgbClr>
          </a:solidFill>
          <a:ln w="12700">
            <a:solidFill>
              <a:srgbClr val="FFFFFF"/>
            </a:solidFill>
            <a:prstDash val="solid"/>
          </a:ln>
        </p:spPr>
      </p:sp>
      <p:sp>
        <p:nvSpPr>
          <p:cNvPr id="39" name="Shape 37"/>
          <p:cNvSpPr/>
          <p:nvPr/>
        </p:nvSpPr>
        <p:spPr>
          <a:xfrm>
            <a:off x="4220595" y="6512304"/>
            <a:ext cx="31580" cy="31580"/>
          </a:xfrm>
          <a:prstGeom prst="ellipse">
            <a:avLst/>
          </a:prstGeom>
          <a:solidFill>
            <a:srgbClr val="FFFFFF">
              <a:alpha val="10000"/>
            </a:srgbClr>
          </a:solidFill>
          <a:ln w="12700">
            <a:solidFill>
              <a:srgbClr val="FFFFFF"/>
            </a:solidFill>
            <a:prstDash val="solid"/>
          </a:ln>
        </p:spPr>
      </p:sp>
      <p:sp>
        <p:nvSpPr>
          <p:cNvPr id="40" name="Shape 38"/>
          <p:cNvSpPr/>
          <p:nvPr/>
        </p:nvSpPr>
        <p:spPr>
          <a:xfrm>
            <a:off x="2605156" y="803940"/>
            <a:ext cx="13918" cy="13918"/>
          </a:xfrm>
          <a:prstGeom prst="ellipse">
            <a:avLst/>
          </a:prstGeom>
          <a:solidFill>
            <a:srgbClr val="FFFFFF">
              <a:alpha val="10000"/>
            </a:srgbClr>
          </a:solidFill>
          <a:ln w="12700">
            <a:solidFill>
              <a:srgbClr val="FFFFFF"/>
            </a:solidFill>
            <a:prstDash val="solid"/>
          </a:ln>
        </p:spPr>
      </p:sp>
      <p:sp>
        <p:nvSpPr>
          <p:cNvPr id="41" name="Shape 39"/>
          <p:cNvSpPr/>
          <p:nvPr/>
        </p:nvSpPr>
        <p:spPr>
          <a:xfrm>
            <a:off x="7214901" y="4498670"/>
            <a:ext cx="24498" cy="24498"/>
          </a:xfrm>
          <a:prstGeom prst="ellipse">
            <a:avLst/>
          </a:prstGeom>
          <a:solidFill>
            <a:srgbClr val="FFFFFF">
              <a:alpha val="10000"/>
            </a:srgbClr>
          </a:solidFill>
          <a:ln w="12700">
            <a:solidFill>
              <a:srgbClr val="FFFFFF"/>
            </a:solidFill>
            <a:prstDash val="solid"/>
          </a:ln>
        </p:spPr>
      </p:sp>
      <p:sp>
        <p:nvSpPr>
          <p:cNvPr id="42" name="Shape 40"/>
          <p:cNvSpPr/>
          <p:nvPr/>
        </p:nvSpPr>
        <p:spPr>
          <a:xfrm>
            <a:off x="5333036" y="345405"/>
            <a:ext cx="16868" cy="16868"/>
          </a:xfrm>
          <a:prstGeom prst="ellipse">
            <a:avLst/>
          </a:prstGeom>
          <a:solidFill>
            <a:srgbClr val="FFFFFF">
              <a:alpha val="10000"/>
            </a:srgbClr>
          </a:solidFill>
          <a:ln w="12700">
            <a:solidFill>
              <a:srgbClr val="FFFFFF"/>
            </a:solidFill>
            <a:prstDash val="solid"/>
          </a:ln>
        </p:spPr>
      </p:sp>
      <p:sp>
        <p:nvSpPr>
          <p:cNvPr id="43" name="Shape 41"/>
          <p:cNvSpPr/>
          <p:nvPr/>
        </p:nvSpPr>
        <p:spPr>
          <a:xfrm>
            <a:off x="7010408" y="4212320"/>
            <a:ext cx="35875" cy="35875"/>
          </a:xfrm>
          <a:prstGeom prst="ellipse">
            <a:avLst/>
          </a:prstGeom>
          <a:solidFill>
            <a:srgbClr val="FFFFFF">
              <a:alpha val="10000"/>
            </a:srgbClr>
          </a:solidFill>
          <a:ln w="12700">
            <a:solidFill>
              <a:srgbClr val="FFFFFF"/>
            </a:solidFill>
            <a:prstDash val="solid"/>
          </a:ln>
        </p:spPr>
      </p:sp>
      <p:sp>
        <p:nvSpPr>
          <p:cNvPr id="44" name="Shape 42"/>
          <p:cNvSpPr/>
          <p:nvPr/>
        </p:nvSpPr>
        <p:spPr>
          <a:xfrm>
            <a:off x="3425224" y="3230974"/>
            <a:ext cx="15711" cy="15711"/>
          </a:xfrm>
          <a:prstGeom prst="ellipse">
            <a:avLst/>
          </a:prstGeom>
          <a:solidFill>
            <a:srgbClr val="FFFFFF">
              <a:alpha val="10000"/>
            </a:srgbClr>
          </a:solidFill>
          <a:ln w="12700">
            <a:solidFill>
              <a:srgbClr val="FFFFFF"/>
            </a:solidFill>
            <a:prstDash val="solid"/>
          </a:ln>
        </p:spPr>
      </p:sp>
      <p:sp>
        <p:nvSpPr>
          <p:cNvPr id="45" name="Shape 43"/>
          <p:cNvSpPr/>
          <p:nvPr/>
        </p:nvSpPr>
        <p:spPr>
          <a:xfrm>
            <a:off x="5263157" y="3960713"/>
            <a:ext cx="26046" cy="26046"/>
          </a:xfrm>
          <a:prstGeom prst="ellipse">
            <a:avLst/>
          </a:prstGeom>
          <a:solidFill>
            <a:srgbClr val="FFFFFF">
              <a:alpha val="10000"/>
            </a:srgbClr>
          </a:solidFill>
          <a:ln w="12700">
            <a:solidFill>
              <a:srgbClr val="FFFFFF"/>
            </a:solidFill>
            <a:prstDash val="solid"/>
          </a:ln>
        </p:spPr>
      </p:sp>
      <p:sp>
        <p:nvSpPr>
          <p:cNvPr id="46" name="Shape 44"/>
          <p:cNvSpPr/>
          <p:nvPr/>
        </p:nvSpPr>
        <p:spPr>
          <a:xfrm>
            <a:off x="2240635" y="5064848"/>
            <a:ext cx="23903" cy="23903"/>
          </a:xfrm>
          <a:prstGeom prst="ellipse">
            <a:avLst/>
          </a:prstGeom>
          <a:solidFill>
            <a:srgbClr val="FFFFFF">
              <a:alpha val="10000"/>
            </a:srgbClr>
          </a:solidFill>
          <a:ln w="12700">
            <a:solidFill>
              <a:srgbClr val="FFFFFF"/>
            </a:solidFill>
            <a:prstDash val="solid"/>
          </a:ln>
        </p:spPr>
      </p:sp>
      <p:sp>
        <p:nvSpPr>
          <p:cNvPr id="47" name="Shape 45"/>
          <p:cNvSpPr/>
          <p:nvPr/>
        </p:nvSpPr>
        <p:spPr>
          <a:xfrm>
            <a:off x="5763666" y="5407662"/>
            <a:ext cx="20251" cy="20251"/>
          </a:xfrm>
          <a:prstGeom prst="ellipse">
            <a:avLst/>
          </a:prstGeom>
          <a:solidFill>
            <a:srgbClr val="FFFFFF">
              <a:alpha val="10000"/>
            </a:srgbClr>
          </a:solidFill>
          <a:ln w="12700">
            <a:solidFill>
              <a:srgbClr val="FFFFFF"/>
            </a:solidFill>
            <a:prstDash val="solid"/>
          </a:ln>
        </p:spPr>
      </p:sp>
      <p:sp>
        <p:nvSpPr>
          <p:cNvPr id="48" name="Shape 46"/>
          <p:cNvSpPr/>
          <p:nvPr/>
        </p:nvSpPr>
        <p:spPr>
          <a:xfrm>
            <a:off x="2547772" y="6760542"/>
            <a:ext cx="12219" cy="12219"/>
          </a:xfrm>
          <a:prstGeom prst="ellipse">
            <a:avLst/>
          </a:prstGeom>
          <a:solidFill>
            <a:srgbClr val="FFFFFF">
              <a:alpha val="10000"/>
            </a:srgbClr>
          </a:solidFill>
          <a:ln w="12700">
            <a:solidFill>
              <a:srgbClr val="FFFFFF"/>
            </a:solidFill>
            <a:prstDash val="solid"/>
          </a:ln>
        </p:spPr>
      </p:sp>
      <p:sp>
        <p:nvSpPr>
          <p:cNvPr id="49" name="Shape 47"/>
          <p:cNvSpPr/>
          <p:nvPr/>
        </p:nvSpPr>
        <p:spPr>
          <a:xfrm>
            <a:off x="537160" y="3853379"/>
            <a:ext cx="33357" cy="33357"/>
          </a:xfrm>
          <a:prstGeom prst="ellipse">
            <a:avLst/>
          </a:prstGeom>
          <a:solidFill>
            <a:srgbClr val="FFFFFF">
              <a:alpha val="10000"/>
            </a:srgbClr>
          </a:solidFill>
          <a:ln w="12700">
            <a:solidFill>
              <a:srgbClr val="FFFFFF"/>
            </a:solidFill>
            <a:prstDash val="solid"/>
          </a:ln>
        </p:spPr>
      </p:sp>
      <p:sp>
        <p:nvSpPr>
          <p:cNvPr id="50" name="Shape 48"/>
          <p:cNvSpPr/>
          <p:nvPr/>
        </p:nvSpPr>
        <p:spPr>
          <a:xfrm>
            <a:off x="3885305" y="1840963"/>
            <a:ext cx="24967" cy="24967"/>
          </a:xfrm>
          <a:prstGeom prst="ellipse">
            <a:avLst/>
          </a:prstGeom>
          <a:solidFill>
            <a:srgbClr val="FFFFFF">
              <a:alpha val="10000"/>
            </a:srgbClr>
          </a:solidFill>
          <a:ln w="12700">
            <a:solidFill>
              <a:srgbClr val="FFFFFF"/>
            </a:solidFill>
            <a:prstDash val="solid"/>
          </a:ln>
        </p:spPr>
      </p:sp>
      <p:sp>
        <p:nvSpPr>
          <p:cNvPr id="51" name="Shape 49"/>
          <p:cNvSpPr/>
          <p:nvPr/>
        </p:nvSpPr>
        <p:spPr>
          <a:xfrm>
            <a:off x="3253070" y="2746883"/>
            <a:ext cx="20001" cy="20001"/>
          </a:xfrm>
          <a:prstGeom prst="ellipse">
            <a:avLst/>
          </a:prstGeom>
          <a:solidFill>
            <a:srgbClr val="FFFFFF">
              <a:alpha val="10000"/>
            </a:srgbClr>
          </a:solidFill>
          <a:ln w="12700">
            <a:solidFill>
              <a:srgbClr val="FFFFFF"/>
            </a:solidFill>
            <a:prstDash val="solid"/>
          </a:ln>
        </p:spPr>
      </p:sp>
      <p:sp>
        <p:nvSpPr>
          <p:cNvPr id="52" name="Shape 50"/>
          <p:cNvSpPr/>
          <p:nvPr/>
        </p:nvSpPr>
        <p:spPr>
          <a:xfrm>
            <a:off x="3708041" y="3977555"/>
            <a:ext cx="29985" cy="29985"/>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Builder + Governance</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Execution and Constraint Enforcement</a:t>
            </a:r>
            <a:endParaRPr lang="en-US" sz="1000" dirty="0"/>
          </a:p>
        </p:txBody>
      </p:sp>
      <p:sp>
        <p:nvSpPr>
          <p:cNvPr id="93" name="Shape 91"/>
          <p:cNvSpPr/>
          <p:nvPr/>
        </p:nvSpPr>
        <p:spPr>
          <a:xfrm>
            <a:off x="1508760" y="2674620"/>
            <a:ext cx="2926080" cy="118872"/>
          </a:xfrm>
          <a:prstGeom prst="rect">
            <a:avLst/>
          </a:prstGeom>
          <a:solidFill>
            <a:srgbClr val="00FF00">
              <a:alpha val="10000"/>
            </a:srgbClr>
          </a:solidFill>
          <a:ln w="12700">
            <a:solidFill>
              <a:srgbClr val="008000"/>
            </a:solidFill>
            <a:prstDash val="solid"/>
          </a:ln>
        </p:spPr>
      </p:sp>
      <p:sp>
        <p:nvSpPr>
          <p:cNvPr id="94" name="Shape 92"/>
          <p:cNvSpPr/>
          <p:nvPr/>
        </p:nvSpPr>
        <p:spPr>
          <a:xfrm>
            <a:off x="1508760" y="2811780"/>
            <a:ext cx="2926080" cy="118872"/>
          </a:xfrm>
          <a:prstGeom prst="rect">
            <a:avLst/>
          </a:prstGeom>
          <a:solidFill>
            <a:srgbClr val="00FF00">
              <a:alpha val="10000"/>
            </a:srgbClr>
          </a:solidFill>
          <a:ln w="12700">
            <a:solidFill>
              <a:srgbClr val="008000"/>
            </a:solidFill>
            <a:prstDash val="solid"/>
          </a:ln>
        </p:spPr>
      </p:sp>
      <p:sp>
        <p:nvSpPr>
          <p:cNvPr id="95" name="Shape 93"/>
          <p:cNvSpPr/>
          <p:nvPr/>
        </p:nvSpPr>
        <p:spPr>
          <a:xfrm>
            <a:off x="1508760" y="2948940"/>
            <a:ext cx="2926080" cy="118872"/>
          </a:xfrm>
          <a:prstGeom prst="rect">
            <a:avLst/>
          </a:prstGeom>
          <a:solidFill>
            <a:srgbClr val="00FF00">
              <a:alpha val="10000"/>
            </a:srgbClr>
          </a:solidFill>
          <a:ln w="12700">
            <a:solidFill>
              <a:srgbClr val="008000"/>
            </a:solidFill>
            <a:prstDash val="solid"/>
          </a:ln>
        </p:spPr>
      </p:sp>
      <p:sp>
        <p:nvSpPr>
          <p:cNvPr id="96" name="Shape 94"/>
          <p:cNvSpPr/>
          <p:nvPr/>
        </p:nvSpPr>
        <p:spPr>
          <a:xfrm>
            <a:off x="1508760" y="3086100"/>
            <a:ext cx="2926080" cy="118872"/>
          </a:xfrm>
          <a:prstGeom prst="rect">
            <a:avLst/>
          </a:prstGeom>
          <a:solidFill>
            <a:srgbClr val="00FF00">
              <a:alpha val="10000"/>
            </a:srgbClr>
          </a:solidFill>
          <a:ln w="12700">
            <a:solidFill>
              <a:srgbClr val="008000"/>
            </a:solidFill>
            <a:prstDash val="solid"/>
          </a:ln>
        </p:spPr>
      </p:sp>
      <p:sp>
        <p:nvSpPr>
          <p:cNvPr id="97" name="Shape 95"/>
          <p:cNvSpPr/>
          <p:nvPr/>
        </p:nvSpPr>
        <p:spPr>
          <a:xfrm>
            <a:off x="1691640" y="2034540"/>
            <a:ext cx="585216" cy="365760"/>
          </a:xfrm>
          <a:prstGeom prst="rect">
            <a:avLst/>
          </a:prstGeom>
          <a:solidFill>
            <a:srgbClr val="00FF00">
              <a:alpha val="15000"/>
            </a:srgbClr>
          </a:solidFill>
          <a:ln w="25400">
            <a:solidFill>
              <a:srgbClr val="008000"/>
            </a:solidFill>
            <a:prstDash val="solid"/>
          </a:ln>
        </p:spPr>
      </p:sp>
      <p:sp>
        <p:nvSpPr>
          <p:cNvPr id="98" name="Text 96"/>
          <p:cNvSpPr/>
          <p:nvPr/>
        </p:nvSpPr>
        <p:spPr>
          <a:xfrm>
            <a:off x="1783080" y="2080260"/>
            <a:ext cx="438912" cy="73152"/>
          </a:xfrm>
          <a:prstGeom prst="rect">
            <a:avLst/>
          </a:prstGeom>
          <a:noFill/>
          <a:ln/>
        </p:spPr>
        <p:txBody>
          <a:bodyPr wrap="square" rtlCol="0" anchor="ctr"/>
          <a:lstStyle/>
          <a:p>
            <a:pPr algn="ctr" indent="0" marL="0">
              <a:buNone/>
            </a:pPr>
            <a:r>
              <a:rPr lang="en-US" sz="500" b="1" dirty="0">
                <a:solidFill>
                  <a:srgbClr val="008000"/>
                </a:solidFill>
              </a:rPr>
              <a:t>FOUNDRY 1</a:t>
            </a:r>
            <a:endParaRPr lang="en-US" sz="500" dirty="0"/>
          </a:p>
        </p:txBody>
      </p:sp>
      <p:sp>
        <p:nvSpPr>
          <p:cNvPr id="99" name="Shape 97"/>
          <p:cNvSpPr/>
          <p:nvPr/>
        </p:nvSpPr>
        <p:spPr>
          <a:xfrm>
            <a:off x="2545080" y="2034540"/>
            <a:ext cx="585216" cy="365760"/>
          </a:xfrm>
          <a:prstGeom prst="rect">
            <a:avLst/>
          </a:prstGeom>
          <a:solidFill>
            <a:srgbClr val="00FF00">
              <a:alpha val="15000"/>
            </a:srgbClr>
          </a:solidFill>
          <a:ln w="25400">
            <a:solidFill>
              <a:srgbClr val="008000"/>
            </a:solidFill>
            <a:prstDash val="solid"/>
          </a:ln>
        </p:spPr>
      </p:sp>
      <p:sp>
        <p:nvSpPr>
          <p:cNvPr id="100" name="Text 98"/>
          <p:cNvSpPr/>
          <p:nvPr/>
        </p:nvSpPr>
        <p:spPr>
          <a:xfrm>
            <a:off x="2636520" y="2080260"/>
            <a:ext cx="438912" cy="73152"/>
          </a:xfrm>
          <a:prstGeom prst="rect">
            <a:avLst/>
          </a:prstGeom>
          <a:noFill/>
          <a:ln/>
        </p:spPr>
        <p:txBody>
          <a:bodyPr wrap="square" rtlCol="0" anchor="ctr"/>
          <a:lstStyle/>
          <a:p>
            <a:pPr algn="ctr" indent="0" marL="0">
              <a:buNone/>
            </a:pPr>
            <a:r>
              <a:rPr lang="en-US" sz="500" b="1" dirty="0">
                <a:solidFill>
                  <a:srgbClr val="008000"/>
                </a:solidFill>
              </a:rPr>
              <a:t>FOUNDRY 2</a:t>
            </a:r>
            <a:endParaRPr lang="en-US" sz="500" dirty="0"/>
          </a:p>
        </p:txBody>
      </p:sp>
      <p:sp>
        <p:nvSpPr>
          <p:cNvPr id="101" name="Shape 99"/>
          <p:cNvSpPr/>
          <p:nvPr/>
        </p:nvSpPr>
        <p:spPr>
          <a:xfrm>
            <a:off x="3398520" y="2034540"/>
            <a:ext cx="585216" cy="365760"/>
          </a:xfrm>
          <a:prstGeom prst="rect">
            <a:avLst/>
          </a:prstGeom>
          <a:solidFill>
            <a:srgbClr val="00FF00">
              <a:alpha val="15000"/>
            </a:srgbClr>
          </a:solidFill>
          <a:ln w="25400">
            <a:solidFill>
              <a:srgbClr val="008000"/>
            </a:solidFill>
            <a:prstDash val="solid"/>
          </a:ln>
        </p:spPr>
      </p:sp>
      <p:sp>
        <p:nvSpPr>
          <p:cNvPr id="102" name="Text 100"/>
          <p:cNvSpPr/>
          <p:nvPr/>
        </p:nvSpPr>
        <p:spPr>
          <a:xfrm>
            <a:off x="3489960" y="2080260"/>
            <a:ext cx="438912" cy="73152"/>
          </a:xfrm>
          <a:prstGeom prst="rect">
            <a:avLst/>
          </a:prstGeom>
          <a:noFill/>
          <a:ln/>
        </p:spPr>
        <p:txBody>
          <a:bodyPr wrap="square" rtlCol="0" anchor="ctr"/>
          <a:lstStyle/>
          <a:p>
            <a:pPr algn="ctr" indent="0" marL="0">
              <a:buNone/>
            </a:pPr>
            <a:r>
              <a:rPr lang="en-US" sz="500" b="1" dirty="0">
                <a:solidFill>
                  <a:srgbClr val="008000"/>
                </a:solidFill>
              </a:rPr>
              <a:t>FOUNDRY 3</a:t>
            </a:r>
            <a:endParaRPr lang="en-US" sz="500" dirty="0"/>
          </a:p>
        </p:txBody>
      </p:sp>
      <p:sp>
        <p:nvSpPr>
          <p:cNvPr id="103" name="Shape 101"/>
          <p:cNvSpPr/>
          <p:nvPr/>
        </p:nvSpPr>
        <p:spPr>
          <a:xfrm>
            <a:off x="2148840" y="3406140"/>
            <a:ext cx="128016" cy="320040"/>
          </a:xfrm>
          <a:prstGeom prst="rect">
            <a:avLst/>
          </a:prstGeom>
          <a:solidFill>
            <a:srgbClr val="00FF00">
              <a:alpha val="15000"/>
            </a:srgbClr>
          </a:solidFill>
          <a:ln w="25400">
            <a:solidFill>
              <a:srgbClr val="008000"/>
            </a:solidFill>
            <a:prstDash val="solid"/>
          </a:ln>
        </p:spPr>
      </p:sp>
      <p:sp>
        <p:nvSpPr>
          <p:cNvPr id="104" name="Shape 102"/>
          <p:cNvSpPr/>
          <p:nvPr/>
        </p:nvSpPr>
        <p:spPr>
          <a:xfrm>
            <a:off x="2176272" y="3771900"/>
            <a:ext cx="73152" cy="73152"/>
          </a:xfrm>
          <a:prstGeom prst="triangle">
            <a:avLst/>
          </a:prstGeom>
          <a:solidFill>
            <a:srgbClr val="00FF00">
              <a:alpha val="30000"/>
            </a:srgbClr>
          </a:solidFill>
          <a:ln w="12700">
            <a:solidFill>
              <a:srgbClr val="008000"/>
            </a:solidFill>
            <a:prstDash val="solid"/>
          </a:ln>
        </p:spPr>
      </p:sp>
      <p:sp>
        <p:nvSpPr>
          <p:cNvPr id="105" name="Shape 103"/>
          <p:cNvSpPr/>
          <p:nvPr/>
        </p:nvSpPr>
        <p:spPr>
          <a:xfrm>
            <a:off x="3794760" y="3406140"/>
            <a:ext cx="128016" cy="320040"/>
          </a:xfrm>
          <a:prstGeom prst="rect">
            <a:avLst/>
          </a:prstGeom>
          <a:solidFill>
            <a:srgbClr val="00FF00">
              <a:alpha val="15000"/>
            </a:srgbClr>
          </a:solidFill>
          <a:ln w="25400">
            <a:solidFill>
              <a:srgbClr val="008000"/>
            </a:solidFill>
            <a:prstDash val="solid"/>
          </a:ln>
        </p:spPr>
      </p:sp>
      <p:sp>
        <p:nvSpPr>
          <p:cNvPr id="106" name="Shape 104"/>
          <p:cNvSpPr/>
          <p:nvPr/>
        </p:nvSpPr>
        <p:spPr>
          <a:xfrm>
            <a:off x="3822192" y="3771900"/>
            <a:ext cx="73152" cy="73152"/>
          </a:xfrm>
          <a:prstGeom prst="triangle">
            <a:avLst/>
          </a:prstGeom>
          <a:solidFill>
            <a:srgbClr val="00FF00">
              <a:alpha val="30000"/>
            </a:srgbClr>
          </a:solidFill>
          <a:ln w="12700">
            <a:solidFill>
              <a:srgbClr val="008000"/>
            </a:solidFill>
            <a:prstDash val="solid"/>
          </a:ln>
        </p:spPr>
      </p:sp>
      <p:sp>
        <p:nvSpPr>
          <p:cNvPr id="107" name="Shape 105"/>
          <p:cNvSpPr/>
          <p:nvPr/>
        </p:nvSpPr>
        <p:spPr>
          <a:xfrm>
            <a:off x="1965960" y="2788920"/>
            <a:ext cx="137160" cy="91440"/>
          </a:xfrm>
          <a:prstGeom prst="rect">
            <a:avLst/>
          </a:prstGeom>
          <a:solidFill>
            <a:srgbClr val="00FF00">
              <a:alpha val="15000"/>
            </a:srgbClr>
          </a:solidFill>
          <a:ln w="12700">
            <a:solidFill>
              <a:srgbClr val="008000"/>
            </a:solidFill>
            <a:prstDash val="solid"/>
          </a:ln>
        </p:spPr>
      </p:sp>
      <p:sp>
        <p:nvSpPr>
          <p:cNvPr id="108" name="Text 106"/>
          <p:cNvSpPr/>
          <p:nvPr/>
        </p:nvSpPr>
        <p:spPr>
          <a:xfrm>
            <a:off x="198424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1</a:t>
            </a:r>
            <a:endParaRPr lang="en-US" sz="300" dirty="0"/>
          </a:p>
        </p:txBody>
      </p:sp>
      <p:sp>
        <p:nvSpPr>
          <p:cNvPr id="109" name="Shape 107"/>
          <p:cNvSpPr/>
          <p:nvPr/>
        </p:nvSpPr>
        <p:spPr>
          <a:xfrm>
            <a:off x="3063240" y="2788920"/>
            <a:ext cx="137160" cy="91440"/>
          </a:xfrm>
          <a:prstGeom prst="rect">
            <a:avLst/>
          </a:prstGeom>
          <a:solidFill>
            <a:srgbClr val="00FF00">
              <a:alpha val="15000"/>
            </a:srgbClr>
          </a:solidFill>
          <a:ln w="12700">
            <a:solidFill>
              <a:srgbClr val="008000"/>
            </a:solidFill>
            <a:prstDash val="solid"/>
          </a:ln>
        </p:spPr>
      </p:sp>
      <p:sp>
        <p:nvSpPr>
          <p:cNvPr id="110" name="Text 108"/>
          <p:cNvSpPr/>
          <p:nvPr/>
        </p:nvSpPr>
        <p:spPr>
          <a:xfrm>
            <a:off x="308152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2</a:t>
            </a:r>
            <a:endParaRPr lang="en-US" sz="300" dirty="0"/>
          </a:p>
        </p:txBody>
      </p:sp>
      <p:sp>
        <p:nvSpPr>
          <p:cNvPr id="111" name="Shape 109"/>
          <p:cNvSpPr/>
          <p:nvPr/>
        </p:nvSpPr>
        <p:spPr>
          <a:xfrm>
            <a:off x="2880360" y="2788920"/>
            <a:ext cx="137160" cy="91440"/>
          </a:xfrm>
          <a:prstGeom prst="rect">
            <a:avLst/>
          </a:prstGeom>
          <a:solidFill>
            <a:srgbClr val="00FF00">
              <a:alpha val="15000"/>
            </a:srgbClr>
          </a:solidFill>
          <a:ln w="12700">
            <a:solidFill>
              <a:srgbClr val="008000"/>
            </a:solidFill>
            <a:prstDash val="solid"/>
          </a:ln>
        </p:spPr>
      </p:sp>
      <p:sp>
        <p:nvSpPr>
          <p:cNvPr id="112" name="Text 110"/>
          <p:cNvSpPr/>
          <p:nvPr/>
        </p:nvSpPr>
        <p:spPr>
          <a:xfrm>
            <a:off x="289864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3</a:t>
            </a:r>
            <a:endParaRPr lang="en-US" sz="300" dirty="0"/>
          </a:p>
        </p:txBody>
      </p:sp>
      <p:sp>
        <p:nvSpPr>
          <p:cNvPr id="113" name="Shape 111"/>
          <p:cNvSpPr/>
          <p:nvPr/>
        </p:nvSpPr>
        <p:spPr>
          <a:xfrm>
            <a:off x="3977640" y="2788920"/>
            <a:ext cx="137160" cy="91440"/>
          </a:xfrm>
          <a:prstGeom prst="rect">
            <a:avLst/>
          </a:prstGeom>
          <a:solidFill>
            <a:srgbClr val="00FF00">
              <a:alpha val="15000"/>
            </a:srgbClr>
          </a:solidFill>
          <a:ln w="12700">
            <a:solidFill>
              <a:srgbClr val="008000"/>
            </a:solidFill>
            <a:prstDash val="solid"/>
          </a:ln>
        </p:spPr>
      </p:sp>
      <p:sp>
        <p:nvSpPr>
          <p:cNvPr id="114" name="Text 112"/>
          <p:cNvSpPr/>
          <p:nvPr/>
        </p:nvSpPr>
        <p:spPr>
          <a:xfrm>
            <a:off x="399592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4</a:t>
            </a:r>
            <a:endParaRPr lang="en-US" sz="300" dirty="0"/>
          </a:p>
        </p:txBody>
      </p:sp>
      <p:sp>
        <p:nvSpPr>
          <p:cNvPr id="115" name="Shape 113"/>
          <p:cNvSpPr/>
          <p:nvPr/>
        </p:nvSpPr>
        <p:spPr>
          <a:xfrm>
            <a:off x="2642616" y="2880360"/>
            <a:ext cx="219456" cy="219456"/>
          </a:xfrm>
          <a:prstGeom prst="rect">
            <a:avLst/>
          </a:prstGeom>
          <a:solidFill>
            <a:srgbClr val="00FF00">
              <a:alpha val="20000"/>
            </a:srgbClr>
          </a:solidFill>
          <a:ln w="25400">
            <a:solidFill>
              <a:srgbClr val="008000"/>
            </a:solidFill>
            <a:prstDash val="solid"/>
          </a:ln>
        </p:spPr>
      </p:sp>
      <p:sp>
        <p:nvSpPr>
          <p:cNvPr id="116" name="Text 114"/>
          <p:cNvSpPr/>
          <p:nvPr/>
        </p:nvSpPr>
        <p:spPr>
          <a:xfrm>
            <a:off x="2688336" y="3017520"/>
            <a:ext cx="164592" cy="54864"/>
          </a:xfrm>
          <a:prstGeom prst="rect">
            <a:avLst/>
          </a:prstGeom>
          <a:noFill/>
          <a:ln/>
        </p:spPr>
        <p:txBody>
          <a:bodyPr wrap="square" rtlCol="0" anchor="ctr"/>
          <a:lstStyle/>
          <a:p>
            <a:pPr algn="ctr" indent="0" marL="0">
              <a:buNone/>
            </a:pPr>
            <a:r>
              <a:rPr lang="en-US" sz="400" b="1" dirty="0">
                <a:solidFill>
                  <a:srgbClr val="008000"/>
                </a:solidFill>
              </a:rPr>
              <a:t>PIPELINE 1</a:t>
            </a:r>
            <a:endParaRPr lang="en-US" sz="400" dirty="0"/>
          </a:p>
        </p:txBody>
      </p:sp>
      <p:sp>
        <p:nvSpPr>
          <p:cNvPr id="117" name="Shape 115"/>
          <p:cNvSpPr/>
          <p:nvPr/>
        </p:nvSpPr>
        <p:spPr>
          <a:xfrm>
            <a:off x="3081528" y="2880360"/>
            <a:ext cx="219456" cy="219456"/>
          </a:xfrm>
          <a:prstGeom prst="rect">
            <a:avLst/>
          </a:prstGeom>
          <a:solidFill>
            <a:srgbClr val="00FF00">
              <a:alpha val="20000"/>
            </a:srgbClr>
          </a:solidFill>
          <a:ln w="25400">
            <a:solidFill>
              <a:srgbClr val="008000"/>
            </a:solidFill>
            <a:prstDash val="solid"/>
          </a:ln>
        </p:spPr>
      </p:sp>
      <p:sp>
        <p:nvSpPr>
          <p:cNvPr id="118" name="Text 116"/>
          <p:cNvSpPr/>
          <p:nvPr/>
        </p:nvSpPr>
        <p:spPr>
          <a:xfrm>
            <a:off x="3127248" y="3017520"/>
            <a:ext cx="164592" cy="54864"/>
          </a:xfrm>
          <a:prstGeom prst="rect">
            <a:avLst/>
          </a:prstGeom>
          <a:noFill/>
          <a:ln/>
        </p:spPr>
        <p:txBody>
          <a:bodyPr wrap="square" rtlCol="0" anchor="ctr"/>
          <a:lstStyle/>
          <a:p>
            <a:pPr algn="ctr" indent="0" marL="0">
              <a:buNone/>
            </a:pPr>
            <a:r>
              <a:rPr lang="en-US" sz="400" b="1" dirty="0">
                <a:solidFill>
                  <a:srgbClr val="008000"/>
                </a:solidFill>
              </a:rPr>
              <a:t>PIPELINE 2</a:t>
            </a:r>
            <a:endParaRPr lang="en-US" sz="400" dirty="0"/>
          </a:p>
        </p:txBody>
      </p:sp>
      <p:sp>
        <p:nvSpPr>
          <p:cNvPr id="119" name="Shape 117"/>
          <p:cNvSpPr/>
          <p:nvPr/>
        </p:nvSpPr>
        <p:spPr>
          <a:xfrm>
            <a:off x="4434840" y="2583180"/>
            <a:ext cx="109728" cy="73152"/>
          </a:xfrm>
          <a:prstGeom prst="ellipse">
            <a:avLst/>
          </a:prstGeom>
          <a:solidFill>
            <a:srgbClr val="00FF00">
              <a:alpha val="30000"/>
            </a:srgbClr>
          </a:solidFill>
          <a:ln w="12700">
            <a:solidFill>
              <a:srgbClr val="008000"/>
            </a:solidFill>
            <a:prstDash val="solid"/>
          </a:ln>
        </p:spPr>
      </p:sp>
      <p:sp>
        <p:nvSpPr>
          <p:cNvPr id="120" name="Shape 118"/>
          <p:cNvSpPr/>
          <p:nvPr/>
        </p:nvSpPr>
        <p:spPr>
          <a:xfrm>
            <a:off x="4389120" y="2857500"/>
            <a:ext cx="109728" cy="73152"/>
          </a:xfrm>
          <a:prstGeom prst="ellipse">
            <a:avLst/>
          </a:prstGeom>
          <a:solidFill>
            <a:srgbClr val="00FF00">
              <a:alpha val="30000"/>
            </a:srgbClr>
          </a:solidFill>
          <a:ln w="12700">
            <a:solidFill>
              <a:srgbClr val="008000"/>
            </a:solidFill>
            <a:prstDash val="solid"/>
          </a:ln>
        </p:spPr>
      </p:sp>
      <p:sp>
        <p:nvSpPr>
          <p:cNvPr id="121" name="Shape 119"/>
          <p:cNvSpPr/>
          <p:nvPr/>
        </p:nvSpPr>
        <p:spPr>
          <a:xfrm>
            <a:off x="4343400" y="3131820"/>
            <a:ext cx="109728" cy="73152"/>
          </a:xfrm>
          <a:prstGeom prst="ellipse">
            <a:avLst/>
          </a:prstGeom>
          <a:solidFill>
            <a:srgbClr val="00FF00">
              <a:alpha val="30000"/>
            </a:srgbClr>
          </a:solidFill>
          <a:ln w="12700">
            <a:solidFill>
              <a:srgbClr val="008000"/>
            </a:solidFill>
            <a:prstDash val="solid"/>
          </a:ln>
        </p:spPr>
      </p:sp>
      <p:sp>
        <p:nvSpPr>
          <p:cNvPr id="122" name="Shape 120"/>
          <p:cNvSpPr/>
          <p:nvPr/>
        </p:nvSpPr>
        <p:spPr>
          <a:xfrm>
            <a:off x="4297680" y="3406140"/>
            <a:ext cx="109728" cy="73152"/>
          </a:xfrm>
          <a:prstGeom prst="ellipse">
            <a:avLst/>
          </a:prstGeom>
          <a:solidFill>
            <a:srgbClr val="00FF00">
              <a:alpha val="30000"/>
            </a:srgbClr>
          </a:solidFill>
          <a:ln w="12700">
            <a:solidFill>
              <a:srgbClr val="008000"/>
            </a:solidFill>
            <a:prstDash val="solid"/>
          </a:ln>
        </p:spPr>
      </p:sp>
      <p:sp>
        <p:nvSpPr>
          <p:cNvPr id="123" name="Shape 121"/>
          <p:cNvSpPr/>
          <p:nvPr/>
        </p:nvSpPr>
        <p:spPr>
          <a:xfrm>
            <a:off x="4251960" y="3680460"/>
            <a:ext cx="109728" cy="73152"/>
          </a:xfrm>
          <a:prstGeom prst="ellipse">
            <a:avLst/>
          </a:prstGeom>
          <a:solidFill>
            <a:srgbClr val="00FF00">
              <a:alpha val="30000"/>
            </a:srgbClr>
          </a:solidFill>
          <a:ln w="12700">
            <a:solidFill>
              <a:srgbClr val="008000"/>
            </a:solidFill>
            <a:prstDash val="solid"/>
          </a:ln>
        </p:spPr>
      </p:sp>
      <p:sp>
        <p:nvSpPr>
          <p:cNvPr id="124" name="Text 122"/>
          <p:cNvSpPr/>
          <p:nvPr/>
        </p:nvSpPr>
        <p:spPr>
          <a:xfrm>
            <a:off x="2697480" y="1851660"/>
            <a:ext cx="548640" cy="137160"/>
          </a:xfrm>
          <a:prstGeom prst="rect">
            <a:avLst/>
          </a:prstGeom>
          <a:noFill/>
          <a:ln/>
        </p:spPr>
        <p:txBody>
          <a:bodyPr wrap="square" rtlCol="0" anchor="ctr"/>
          <a:lstStyle/>
          <a:p>
            <a:pPr algn="ctr" indent="0" marL="0">
              <a:buNone/>
            </a:pPr>
            <a:r>
              <a:rPr lang="en-US" sz="1000" b="1" dirty="0">
                <a:solidFill>
                  <a:srgbClr val="00FF00"/>
                </a:solidFill>
              </a:rPr>
              <a:t>BUILDER</a:t>
            </a:r>
            <a:endParaRPr lang="en-US" sz="1000" dirty="0"/>
          </a:p>
        </p:txBody>
      </p:sp>
      <p:sp>
        <p:nvSpPr>
          <p:cNvPr id="125" name="Shape 123"/>
          <p:cNvSpPr/>
          <p:nvPr/>
        </p:nvSpPr>
        <p:spPr>
          <a:xfrm>
            <a:off x="3886200" y="1851660"/>
            <a:ext cx="731520" cy="109728"/>
          </a:xfrm>
          <a:prstGeom prst="rect">
            <a:avLst/>
          </a:prstGeom>
          <a:solidFill>
            <a:srgbClr val="008000">
              <a:alpha val="30000"/>
            </a:srgbClr>
          </a:solidFill>
          <a:ln w="12700">
            <a:solidFill>
              <a:srgbClr val="008000"/>
            </a:solidFill>
            <a:prstDash val="solid"/>
          </a:ln>
        </p:spPr>
      </p:sp>
      <p:sp>
        <p:nvSpPr>
          <p:cNvPr id="126" name="Text 124"/>
          <p:cNvSpPr/>
          <p:nvPr/>
        </p:nvSpPr>
        <p:spPr>
          <a:xfrm>
            <a:off x="3931920" y="1869948"/>
            <a:ext cx="64008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AGENT-BX</a:t>
            </a:r>
            <a:endParaRPr lang="en-US" sz="400" dirty="0"/>
          </a:p>
        </p:txBody>
      </p:sp>
      <p:sp>
        <p:nvSpPr>
          <p:cNvPr id="127" name="Shape 125"/>
          <p:cNvSpPr/>
          <p:nvPr/>
        </p:nvSpPr>
        <p:spPr>
          <a:xfrm>
            <a:off x="5349240" y="2697480"/>
            <a:ext cx="548640" cy="731520"/>
          </a:xfrm>
          <a:prstGeom prst="rect">
            <a:avLst/>
          </a:prstGeom>
          <a:solidFill>
            <a:srgbClr val="FFC400">
              <a:alpha val="15000"/>
            </a:srgbClr>
          </a:solidFill>
          <a:ln w="38100">
            <a:solidFill>
              <a:srgbClr val="FF8C00"/>
            </a:solidFill>
            <a:prstDash val="solid"/>
          </a:ln>
        </p:spPr>
      </p:sp>
      <p:sp>
        <p:nvSpPr>
          <p:cNvPr id="128" name="Text 126"/>
          <p:cNvSpPr/>
          <p:nvPr/>
        </p:nvSpPr>
        <p:spPr>
          <a:xfrm>
            <a:off x="5394960" y="2971800"/>
            <a:ext cx="457200" cy="182880"/>
          </a:xfrm>
          <a:prstGeom prst="rect">
            <a:avLst/>
          </a:prstGeom>
          <a:noFill/>
          <a:ln/>
        </p:spPr>
        <p:txBody>
          <a:bodyPr wrap="square" rtlCol="0" anchor="ctr"/>
          <a:lstStyle/>
          <a:p>
            <a:pPr algn="ctr" indent="0" marL="0">
              <a:buNone/>
            </a:pPr>
            <a:r>
              <a:rPr lang="en-US" sz="600" b="1" dirty="0">
                <a:solidFill>
                  <a:srgbClr val="FF8C00"/>
                </a:solidFill>
              </a:rPr>
              <a:t>GATE 1</a:t>
            </a:r>
            <a:endParaRPr lang="en-US" sz="600" dirty="0"/>
          </a:p>
        </p:txBody>
      </p:sp>
      <p:sp>
        <p:nvSpPr>
          <p:cNvPr id="129" name="Shape 127"/>
          <p:cNvSpPr/>
          <p:nvPr/>
        </p:nvSpPr>
        <p:spPr>
          <a:xfrm>
            <a:off x="6446520" y="2697480"/>
            <a:ext cx="548640" cy="731520"/>
          </a:xfrm>
          <a:prstGeom prst="rect">
            <a:avLst/>
          </a:prstGeom>
          <a:solidFill>
            <a:srgbClr val="FFC400">
              <a:alpha val="15000"/>
            </a:srgbClr>
          </a:solidFill>
          <a:ln w="38100">
            <a:solidFill>
              <a:srgbClr val="FF8C00"/>
            </a:solidFill>
            <a:prstDash val="solid"/>
          </a:ln>
        </p:spPr>
      </p:sp>
      <p:sp>
        <p:nvSpPr>
          <p:cNvPr id="130" name="Text 128"/>
          <p:cNvSpPr/>
          <p:nvPr/>
        </p:nvSpPr>
        <p:spPr>
          <a:xfrm>
            <a:off x="6492240" y="2971800"/>
            <a:ext cx="457200" cy="182880"/>
          </a:xfrm>
          <a:prstGeom prst="rect">
            <a:avLst/>
          </a:prstGeom>
          <a:noFill/>
          <a:ln/>
        </p:spPr>
        <p:txBody>
          <a:bodyPr wrap="square" rtlCol="0" anchor="ctr"/>
          <a:lstStyle/>
          <a:p>
            <a:pPr algn="ctr" indent="0" marL="0">
              <a:buNone/>
            </a:pPr>
            <a:r>
              <a:rPr lang="en-US" sz="600" b="1" dirty="0">
                <a:solidFill>
                  <a:srgbClr val="FF8C00"/>
                </a:solidFill>
              </a:rPr>
              <a:t>GATE 2</a:t>
            </a:r>
            <a:endParaRPr lang="en-US" sz="600" dirty="0"/>
          </a:p>
        </p:txBody>
      </p:sp>
      <p:sp>
        <p:nvSpPr>
          <p:cNvPr id="131" name="Shape 129"/>
          <p:cNvSpPr/>
          <p:nvPr/>
        </p:nvSpPr>
        <p:spPr>
          <a:xfrm>
            <a:off x="4800600" y="1965960"/>
            <a:ext cx="2743200" cy="146304"/>
          </a:xfrm>
          <a:prstGeom prst="rect">
            <a:avLst/>
          </a:prstGeom>
          <a:solidFill>
            <a:srgbClr val="00FF00">
              <a:alpha val="15000"/>
            </a:srgbClr>
          </a:solidFill>
          <a:ln w="25400">
            <a:solidFill>
              <a:srgbClr val="008000"/>
            </a:solidFill>
            <a:prstDash val="solid"/>
          </a:ln>
        </p:spPr>
      </p:sp>
      <p:sp>
        <p:nvSpPr>
          <p:cNvPr id="132" name="Text 130"/>
          <p:cNvSpPr/>
          <p:nvPr/>
        </p:nvSpPr>
        <p:spPr>
          <a:xfrm>
            <a:off x="4892040" y="2011680"/>
            <a:ext cx="2560320" cy="73152"/>
          </a:xfrm>
          <a:prstGeom prst="rect">
            <a:avLst/>
          </a:prstGeom>
          <a:noFill/>
          <a:ln/>
        </p:spPr>
        <p:txBody>
          <a:bodyPr wrap="square" rtlCol="0" anchor="ctr"/>
          <a:lstStyle/>
          <a:p>
            <a:pPr algn="ctr" indent="0" marL="0">
              <a:buNone/>
            </a:pPr>
            <a:r>
              <a:rPr lang="en-US" sz="600" b="1" dirty="0">
                <a:solidFill>
                  <a:srgbClr val="008000"/>
                </a:solidFill>
              </a:rPr>
              <a:t>APPROVAL</a:t>
            </a:r>
            <a:endParaRPr lang="en-US" sz="600" dirty="0"/>
          </a:p>
        </p:txBody>
      </p:sp>
      <p:sp>
        <p:nvSpPr>
          <p:cNvPr id="133" name="Shape 131"/>
          <p:cNvSpPr/>
          <p:nvPr/>
        </p:nvSpPr>
        <p:spPr>
          <a:xfrm>
            <a:off x="4800600" y="3977640"/>
            <a:ext cx="2743200" cy="146304"/>
          </a:xfrm>
          <a:prstGeom prst="rect">
            <a:avLst/>
          </a:prstGeom>
          <a:solidFill>
            <a:srgbClr val="FF0000">
              <a:alpha val="15000"/>
            </a:srgbClr>
          </a:solidFill>
          <a:ln w="25400">
            <a:solidFill>
              <a:srgbClr val="800000"/>
            </a:solidFill>
            <a:prstDash val="solid"/>
          </a:ln>
        </p:spPr>
      </p:sp>
      <p:sp>
        <p:nvSpPr>
          <p:cNvPr id="134" name="Text 132"/>
          <p:cNvSpPr/>
          <p:nvPr/>
        </p:nvSpPr>
        <p:spPr>
          <a:xfrm>
            <a:off x="4892040" y="4023360"/>
            <a:ext cx="2560320" cy="73152"/>
          </a:xfrm>
          <a:prstGeom prst="rect">
            <a:avLst/>
          </a:prstGeom>
          <a:noFill/>
          <a:ln/>
        </p:spPr>
        <p:txBody>
          <a:bodyPr wrap="square" rtlCol="0" anchor="ctr"/>
          <a:lstStyle/>
          <a:p>
            <a:pPr algn="ctr" indent="0" marL="0">
              <a:buNone/>
            </a:pPr>
            <a:r>
              <a:rPr lang="en-US" sz="600" b="1" dirty="0">
                <a:solidFill>
                  <a:srgbClr val="800000"/>
                </a:solidFill>
              </a:rPr>
              <a:t>REJECTION</a:t>
            </a:r>
            <a:endParaRPr lang="en-US" sz="600" dirty="0"/>
          </a:p>
        </p:txBody>
      </p:sp>
      <p:sp>
        <p:nvSpPr>
          <p:cNvPr id="135" name="Shape 133"/>
          <p:cNvSpPr/>
          <p:nvPr/>
        </p:nvSpPr>
        <p:spPr>
          <a:xfrm>
            <a:off x="7552944" y="2935224"/>
            <a:ext cx="320040" cy="256032"/>
          </a:xfrm>
          <a:prstGeom prst="rect">
            <a:avLst/>
          </a:prstGeom>
          <a:solidFill>
            <a:srgbClr val="FFC400">
              <a:alpha val="15000"/>
            </a:srgbClr>
          </a:solidFill>
          <a:ln w="25400">
            <a:solidFill>
              <a:srgbClr val="FF8C00"/>
            </a:solidFill>
            <a:prstDash val="solid"/>
          </a:ln>
        </p:spPr>
      </p:sp>
      <p:sp>
        <p:nvSpPr>
          <p:cNvPr id="136" name="Text 134"/>
          <p:cNvSpPr/>
          <p:nvPr/>
        </p:nvSpPr>
        <p:spPr>
          <a:xfrm>
            <a:off x="7584948" y="3031236"/>
            <a:ext cx="256032" cy="64008"/>
          </a:xfrm>
          <a:prstGeom prst="rect">
            <a:avLst/>
          </a:prstGeom>
          <a:noFill/>
          <a:ln/>
        </p:spPr>
        <p:txBody>
          <a:bodyPr wrap="square" rtlCol="0" anchor="ctr"/>
          <a:lstStyle/>
          <a:p>
            <a:pPr algn="ctr" indent="0" marL="0">
              <a:buNone/>
            </a:pPr>
            <a:r>
              <a:rPr lang="en-US" sz="500" b="1" dirty="0">
                <a:solidFill>
                  <a:srgbClr val="FF8C00"/>
                </a:solidFill>
              </a:rPr>
              <a:t>ROLLBACK</a:t>
            </a:r>
            <a:endParaRPr lang="en-US" sz="500" dirty="0"/>
          </a:p>
        </p:txBody>
      </p:sp>
      <p:sp>
        <p:nvSpPr>
          <p:cNvPr id="137" name="Shape 135"/>
          <p:cNvSpPr/>
          <p:nvPr/>
        </p:nvSpPr>
        <p:spPr>
          <a:xfrm>
            <a:off x="4526280" y="2148840"/>
            <a:ext cx="82296" cy="1828800"/>
          </a:xfrm>
          <a:prstGeom prst="rect">
            <a:avLst/>
          </a:prstGeom>
          <a:solidFill>
            <a:srgbClr val="FFC400">
              <a:alpha val="10000"/>
            </a:srgbClr>
          </a:solidFill>
          <a:ln w="38100">
            <a:solidFill>
              <a:srgbClr val="FF8C00"/>
            </a:solidFill>
            <a:prstDash val="solid"/>
          </a:ln>
        </p:spPr>
      </p:sp>
      <p:sp>
        <p:nvSpPr>
          <p:cNvPr id="138" name="Shape 136"/>
          <p:cNvSpPr/>
          <p:nvPr/>
        </p:nvSpPr>
        <p:spPr>
          <a:xfrm>
            <a:off x="7680960" y="2148840"/>
            <a:ext cx="82296" cy="1828800"/>
          </a:xfrm>
          <a:prstGeom prst="rect">
            <a:avLst/>
          </a:prstGeom>
          <a:solidFill>
            <a:srgbClr val="FFC400">
              <a:alpha val="10000"/>
            </a:srgbClr>
          </a:solidFill>
          <a:ln w="38100">
            <a:solidFill>
              <a:srgbClr val="FF8C00"/>
            </a:solidFill>
            <a:prstDash val="solid"/>
          </a:ln>
        </p:spPr>
      </p:sp>
      <p:sp>
        <p:nvSpPr>
          <p:cNvPr id="139" name="Text 137"/>
          <p:cNvSpPr/>
          <p:nvPr/>
        </p:nvSpPr>
        <p:spPr>
          <a:xfrm>
            <a:off x="5806440" y="1783080"/>
            <a:ext cx="731520" cy="137160"/>
          </a:xfrm>
          <a:prstGeom prst="rect">
            <a:avLst/>
          </a:prstGeom>
          <a:noFill/>
          <a:ln/>
        </p:spPr>
        <p:txBody>
          <a:bodyPr wrap="square" rtlCol="0" anchor="ctr"/>
          <a:lstStyle/>
          <a:p>
            <a:pPr algn="ctr" indent="0" marL="0">
              <a:buNone/>
            </a:pPr>
            <a:r>
              <a:rPr lang="en-US" sz="1000" b="1" dirty="0">
                <a:solidFill>
                  <a:srgbClr val="FFC400"/>
                </a:solidFill>
              </a:rPr>
              <a:t>GOVERNANCE</a:t>
            </a:r>
            <a:endParaRPr lang="en-US" sz="1000" dirty="0"/>
          </a:p>
        </p:txBody>
      </p:sp>
      <p:sp>
        <p:nvSpPr>
          <p:cNvPr id="140" name="Shape 138"/>
          <p:cNvSpPr/>
          <p:nvPr/>
        </p:nvSpPr>
        <p:spPr>
          <a:xfrm>
            <a:off x="5806440" y="1920240"/>
            <a:ext cx="731520" cy="137160"/>
          </a:xfrm>
          <a:prstGeom prst="rect">
            <a:avLst/>
          </a:prstGeom>
          <a:solidFill>
            <a:srgbClr val="FF8C00">
              <a:alpha val="30000"/>
            </a:srgbClr>
          </a:solidFill>
          <a:ln w="12700">
            <a:solidFill>
              <a:srgbClr val="FF8C00"/>
            </a:solidFill>
            <a:prstDash val="solid"/>
          </a:ln>
        </p:spPr>
      </p:sp>
      <p:sp>
        <p:nvSpPr>
          <p:cNvPr id="141" name="Text 139"/>
          <p:cNvSpPr/>
          <p:nvPr/>
        </p:nvSpPr>
        <p:spPr>
          <a:xfrm>
            <a:off x="5852160" y="1938528"/>
            <a:ext cx="640080" cy="9144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CONSTITUTION</a:t>
            </a:r>
            <a:endParaRPr lang="en-US" sz="500" dirty="0"/>
          </a:p>
        </p:txBody>
      </p:sp>
      <p:sp>
        <p:nvSpPr>
          <p:cNvPr id="142" name="Shape 140"/>
          <p:cNvSpPr/>
          <p:nvPr/>
        </p:nvSpPr>
        <p:spPr>
          <a:xfrm>
            <a:off x="3017520" y="3108960"/>
            <a:ext cx="3200400" cy="0"/>
          </a:xfrm>
          <a:prstGeom prst="line">
            <a:avLst/>
          </a:prstGeom>
          <a:noFill/>
          <a:ln w="25400">
            <a:solidFill>
              <a:srgbClr val="00E5FF"/>
            </a:solidFill>
            <a:prstDash val="solid"/>
          </a:ln>
        </p:spPr>
      </p:sp>
      <p:sp>
        <p:nvSpPr>
          <p:cNvPr id="143" name="Shape 141"/>
          <p:cNvSpPr/>
          <p:nvPr/>
        </p:nvSpPr>
        <p:spPr>
          <a:xfrm>
            <a:off x="5989320" y="3063240"/>
            <a:ext cx="91440" cy="91440"/>
          </a:xfrm>
          <a:prstGeom prst="triangle">
            <a:avLst/>
          </a:prstGeom>
          <a:solidFill>
            <a:srgbClr val="00E5FF">
              <a:alpha val="30000"/>
            </a:srgbClr>
          </a:solidFill>
          <a:ln w="25400">
            <a:solidFill>
              <a:srgbClr val="00E5FF"/>
            </a:solidFill>
            <a:prstDash val="solid"/>
          </a:ln>
        </p:spPr>
      </p:sp>
      <p:sp>
        <p:nvSpPr>
          <p:cNvPr id="144" name="Shape 142"/>
          <p:cNvSpPr/>
          <p:nvPr/>
        </p:nvSpPr>
        <p:spPr>
          <a:xfrm>
            <a:off x="3589020" y="2926080"/>
            <a:ext cx="365760" cy="274320"/>
          </a:xfrm>
          <a:prstGeom prst="ellipse">
            <a:avLst/>
          </a:prstGeom>
          <a:solidFill>
            <a:srgbClr val="1A1A1F">
              <a:alpha val="10000"/>
            </a:srgbClr>
          </a:solidFill>
          <a:ln w="19050">
            <a:solidFill>
              <a:srgbClr val="00E5FF"/>
            </a:solidFill>
            <a:prstDash val="solid"/>
          </a:ln>
        </p:spPr>
      </p:sp>
      <p:sp>
        <p:nvSpPr>
          <p:cNvPr id="145" name="Text 143"/>
          <p:cNvSpPr/>
          <p:nvPr/>
        </p:nvSpPr>
        <p:spPr>
          <a:xfrm>
            <a:off x="3607308" y="2953512"/>
            <a:ext cx="32918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146" name="Shape 144"/>
          <p:cNvSpPr/>
          <p:nvPr/>
        </p:nvSpPr>
        <p:spPr>
          <a:xfrm>
            <a:off x="3918204" y="3163824"/>
            <a:ext cx="27432" cy="27432"/>
          </a:xfrm>
          <a:prstGeom prst="ellipse">
            <a:avLst/>
          </a:prstGeom>
          <a:solidFill>
            <a:srgbClr val="FF0000">
              <a:alpha val="30000"/>
            </a:srgbClr>
          </a:solidFill>
          <a:ln w="12700">
            <a:solidFill>
              <a:srgbClr val="FF0000"/>
            </a:solidFill>
            <a:prstDash val="solid"/>
          </a:ln>
        </p:spPr>
      </p:sp>
      <p:sp>
        <p:nvSpPr>
          <p:cNvPr id="147" name="Shape 145"/>
          <p:cNvSpPr/>
          <p:nvPr/>
        </p:nvSpPr>
        <p:spPr>
          <a:xfrm>
            <a:off x="4389120" y="2926080"/>
            <a:ext cx="365760" cy="274320"/>
          </a:xfrm>
          <a:prstGeom prst="ellipse">
            <a:avLst/>
          </a:prstGeom>
          <a:solidFill>
            <a:srgbClr val="1A1A1F">
              <a:alpha val="10000"/>
            </a:srgbClr>
          </a:solidFill>
          <a:ln w="19050">
            <a:solidFill>
              <a:srgbClr val="00E5FF"/>
            </a:solidFill>
            <a:prstDash val="solid"/>
          </a:ln>
        </p:spPr>
      </p:sp>
      <p:sp>
        <p:nvSpPr>
          <p:cNvPr id="148" name="Text 146"/>
          <p:cNvSpPr/>
          <p:nvPr/>
        </p:nvSpPr>
        <p:spPr>
          <a:xfrm>
            <a:off x="4407408" y="2953512"/>
            <a:ext cx="32918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149" name="Shape 147"/>
          <p:cNvSpPr/>
          <p:nvPr/>
        </p:nvSpPr>
        <p:spPr>
          <a:xfrm>
            <a:off x="4718304" y="3163824"/>
            <a:ext cx="27432" cy="27432"/>
          </a:xfrm>
          <a:prstGeom prst="ellipse">
            <a:avLst/>
          </a:prstGeom>
          <a:solidFill>
            <a:srgbClr val="FF0000">
              <a:alpha val="30000"/>
            </a:srgbClr>
          </a:solidFill>
          <a:ln w="12700">
            <a:solidFill>
              <a:srgbClr val="FF0000"/>
            </a:solidFill>
            <a:prstDash val="solid"/>
          </a:ln>
        </p:spPr>
      </p:sp>
      <p:sp>
        <p:nvSpPr>
          <p:cNvPr id="150" name="Shape 148"/>
          <p:cNvSpPr/>
          <p:nvPr/>
        </p:nvSpPr>
        <p:spPr>
          <a:xfrm>
            <a:off x="5189220" y="2926080"/>
            <a:ext cx="365760" cy="274320"/>
          </a:xfrm>
          <a:prstGeom prst="ellipse">
            <a:avLst/>
          </a:prstGeom>
          <a:solidFill>
            <a:srgbClr val="1A1A1F">
              <a:alpha val="10000"/>
            </a:srgbClr>
          </a:solidFill>
          <a:ln w="19050">
            <a:solidFill>
              <a:srgbClr val="00E5FF"/>
            </a:solidFill>
            <a:prstDash val="solid"/>
          </a:ln>
        </p:spPr>
      </p:sp>
      <p:sp>
        <p:nvSpPr>
          <p:cNvPr id="151" name="Text 149"/>
          <p:cNvSpPr/>
          <p:nvPr/>
        </p:nvSpPr>
        <p:spPr>
          <a:xfrm>
            <a:off x="5207508" y="2953512"/>
            <a:ext cx="32918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152" name="Shape 150"/>
          <p:cNvSpPr/>
          <p:nvPr/>
        </p:nvSpPr>
        <p:spPr>
          <a:xfrm>
            <a:off x="5518404" y="3163824"/>
            <a:ext cx="27432" cy="27432"/>
          </a:xfrm>
          <a:prstGeom prst="ellipse">
            <a:avLst/>
          </a:prstGeom>
          <a:solidFill>
            <a:srgbClr val="FF0000">
              <a:alpha val="30000"/>
            </a:srgbClr>
          </a:solidFill>
          <a:ln w="12700">
            <a:solidFill>
              <a:srgbClr val="FF0000"/>
            </a:solidFill>
            <a:prstDash val="solid"/>
          </a:ln>
        </p:spPr>
      </p:sp>
      <p:sp>
        <p:nvSpPr>
          <p:cNvPr id="153" name="Shape 151"/>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154" name="Text 152"/>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155" name="Shape 153"/>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156" name="Shape 154"/>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157" name="Text 155"/>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158" name="Shape 156"/>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159" name="Shape 157"/>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160" name="Shape 158"/>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161" name="Text 159"/>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162" name="Shape 160"/>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163" name="Text 161"/>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164" name="Shape 162"/>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165" name="Text 163"/>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166" name="Text 164"/>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Builder is owned by Agent-BX and performs Task Creation, Agent Execution, Tool Invocation, Artifact Production, and Deployment. Builder looks operational with artifact foundries, tool lanes, execution corridors, deployment tracks, build queues, and artifact capsules. Governance is owned by Constitution and enforces constraints through Proposal Intake, Constraint Evaluation, Approval Gate, Rejection Gate, and Rollback Trigger. Governance feels authoritative with constitutional gates, approval corridors, rejection corridors, rollback locks, and constraint walls.</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733880" y="6043368"/>
            <a:ext cx="30035" cy="30035"/>
          </a:xfrm>
          <a:prstGeom prst="ellipse">
            <a:avLst/>
          </a:prstGeom>
          <a:solidFill>
            <a:srgbClr val="FFFFFF">
              <a:alpha val="10000"/>
            </a:srgbClr>
          </a:solidFill>
          <a:ln w="12700">
            <a:solidFill>
              <a:srgbClr val="FFFFFF"/>
            </a:solidFill>
            <a:prstDash val="solid"/>
          </a:ln>
        </p:spPr>
      </p:sp>
      <p:sp>
        <p:nvSpPr>
          <p:cNvPr id="4" name="Shape 2"/>
          <p:cNvSpPr/>
          <p:nvPr/>
        </p:nvSpPr>
        <p:spPr>
          <a:xfrm>
            <a:off x="6952725" y="310827"/>
            <a:ext cx="21094" cy="21094"/>
          </a:xfrm>
          <a:prstGeom prst="ellipse">
            <a:avLst/>
          </a:prstGeom>
          <a:solidFill>
            <a:srgbClr val="FFFFFF">
              <a:alpha val="10000"/>
            </a:srgbClr>
          </a:solidFill>
          <a:ln w="12700">
            <a:solidFill>
              <a:srgbClr val="FFFFFF"/>
            </a:solidFill>
            <a:prstDash val="solid"/>
          </a:ln>
        </p:spPr>
      </p:sp>
      <p:sp>
        <p:nvSpPr>
          <p:cNvPr id="5" name="Shape 3"/>
          <p:cNvSpPr/>
          <p:nvPr/>
        </p:nvSpPr>
        <p:spPr>
          <a:xfrm>
            <a:off x="4551060" y="4666168"/>
            <a:ext cx="19475" cy="19475"/>
          </a:xfrm>
          <a:prstGeom prst="ellipse">
            <a:avLst/>
          </a:prstGeom>
          <a:solidFill>
            <a:srgbClr val="FFFFFF">
              <a:alpha val="10000"/>
            </a:srgbClr>
          </a:solidFill>
          <a:ln w="12700">
            <a:solidFill>
              <a:srgbClr val="FFFFFF"/>
            </a:solidFill>
            <a:prstDash val="solid"/>
          </a:ln>
        </p:spPr>
      </p:sp>
      <p:sp>
        <p:nvSpPr>
          <p:cNvPr id="6" name="Shape 4"/>
          <p:cNvSpPr/>
          <p:nvPr/>
        </p:nvSpPr>
        <p:spPr>
          <a:xfrm>
            <a:off x="5955223" y="675049"/>
            <a:ext cx="28350" cy="28350"/>
          </a:xfrm>
          <a:prstGeom prst="ellipse">
            <a:avLst/>
          </a:prstGeom>
          <a:solidFill>
            <a:srgbClr val="FFFFFF">
              <a:alpha val="10000"/>
            </a:srgbClr>
          </a:solidFill>
          <a:ln w="12700">
            <a:solidFill>
              <a:srgbClr val="FFFFFF"/>
            </a:solidFill>
            <a:prstDash val="solid"/>
          </a:ln>
        </p:spPr>
      </p:sp>
      <p:sp>
        <p:nvSpPr>
          <p:cNvPr id="7" name="Shape 5"/>
          <p:cNvSpPr/>
          <p:nvPr/>
        </p:nvSpPr>
        <p:spPr>
          <a:xfrm>
            <a:off x="8879647" y="471575"/>
            <a:ext cx="32860" cy="32860"/>
          </a:xfrm>
          <a:prstGeom prst="ellipse">
            <a:avLst/>
          </a:prstGeom>
          <a:solidFill>
            <a:srgbClr val="FFFFFF">
              <a:alpha val="10000"/>
            </a:srgbClr>
          </a:solidFill>
          <a:ln w="12700">
            <a:solidFill>
              <a:srgbClr val="FFFFFF"/>
            </a:solidFill>
            <a:prstDash val="solid"/>
          </a:ln>
        </p:spPr>
      </p:sp>
      <p:sp>
        <p:nvSpPr>
          <p:cNvPr id="8" name="Shape 6"/>
          <p:cNvSpPr/>
          <p:nvPr/>
        </p:nvSpPr>
        <p:spPr>
          <a:xfrm>
            <a:off x="1405500" y="6079847"/>
            <a:ext cx="10612" cy="10612"/>
          </a:xfrm>
          <a:prstGeom prst="ellipse">
            <a:avLst/>
          </a:prstGeom>
          <a:solidFill>
            <a:srgbClr val="FFFFFF">
              <a:alpha val="10000"/>
            </a:srgbClr>
          </a:solidFill>
          <a:ln w="12700">
            <a:solidFill>
              <a:srgbClr val="FFFFFF"/>
            </a:solidFill>
            <a:prstDash val="solid"/>
          </a:ln>
        </p:spPr>
      </p:sp>
      <p:sp>
        <p:nvSpPr>
          <p:cNvPr id="9" name="Shape 7"/>
          <p:cNvSpPr/>
          <p:nvPr/>
        </p:nvSpPr>
        <p:spPr>
          <a:xfrm>
            <a:off x="4328507" y="6635434"/>
            <a:ext cx="15439" cy="15439"/>
          </a:xfrm>
          <a:prstGeom prst="ellipse">
            <a:avLst/>
          </a:prstGeom>
          <a:solidFill>
            <a:srgbClr val="FFFFFF">
              <a:alpha val="10000"/>
            </a:srgbClr>
          </a:solidFill>
          <a:ln w="12700">
            <a:solidFill>
              <a:srgbClr val="FFFFFF"/>
            </a:solidFill>
            <a:prstDash val="solid"/>
          </a:ln>
        </p:spPr>
      </p:sp>
      <p:sp>
        <p:nvSpPr>
          <p:cNvPr id="10" name="Shape 8"/>
          <p:cNvSpPr/>
          <p:nvPr/>
        </p:nvSpPr>
        <p:spPr>
          <a:xfrm>
            <a:off x="793947" y="5550612"/>
            <a:ext cx="27534" cy="27534"/>
          </a:xfrm>
          <a:prstGeom prst="ellipse">
            <a:avLst/>
          </a:prstGeom>
          <a:solidFill>
            <a:srgbClr val="FFFFFF">
              <a:alpha val="10000"/>
            </a:srgbClr>
          </a:solidFill>
          <a:ln w="12700">
            <a:solidFill>
              <a:srgbClr val="FFFFFF"/>
            </a:solidFill>
            <a:prstDash val="solid"/>
          </a:ln>
        </p:spPr>
      </p:sp>
      <p:sp>
        <p:nvSpPr>
          <p:cNvPr id="11" name="Shape 9"/>
          <p:cNvSpPr/>
          <p:nvPr/>
        </p:nvSpPr>
        <p:spPr>
          <a:xfrm>
            <a:off x="3377054" y="6019750"/>
            <a:ext cx="23477" cy="23477"/>
          </a:xfrm>
          <a:prstGeom prst="ellipse">
            <a:avLst/>
          </a:prstGeom>
          <a:solidFill>
            <a:srgbClr val="FFFFFF">
              <a:alpha val="10000"/>
            </a:srgbClr>
          </a:solidFill>
          <a:ln w="12700">
            <a:solidFill>
              <a:srgbClr val="FFFFFF"/>
            </a:solidFill>
            <a:prstDash val="solid"/>
          </a:ln>
        </p:spPr>
      </p:sp>
      <p:sp>
        <p:nvSpPr>
          <p:cNvPr id="12" name="Shape 10"/>
          <p:cNvSpPr/>
          <p:nvPr/>
        </p:nvSpPr>
        <p:spPr>
          <a:xfrm>
            <a:off x="3152829" y="1628816"/>
            <a:ext cx="14301" cy="14301"/>
          </a:xfrm>
          <a:prstGeom prst="ellipse">
            <a:avLst/>
          </a:prstGeom>
          <a:solidFill>
            <a:srgbClr val="FFFFFF">
              <a:alpha val="10000"/>
            </a:srgbClr>
          </a:solidFill>
          <a:ln w="12700">
            <a:solidFill>
              <a:srgbClr val="FFFFFF"/>
            </a:solidFill>
            <a:prstDash val="solid"/>
          </a:ln>
        </p:spPr>
      </p:sp>
      <p:sp>
        <p:nvSpPr>
          <p:cNvPr id="13" name="Shape 11"/>
          <p:cNvSpPr/>
          <p:nvPr/>
        </p:nvSpPr>
        <p:spPr>
          <a:xfrm>
            <a:off x="6286695" y="1282163"/>
            <a:ext cx="9821" cy="9821"/>
          </a:xfrm>
          <a:prstGeom prst="ellipse">
            <a:avLst/>
          </a:prstGeom>
          <a:solidFill>
            <a:srgbClr val="FFFFFF">
              <a:alpha val="10000"/>
            </a:srgbClr>
          </a:solidFill>
          <a:ln w="12700">
            <a:solidFill>
              <a:srgbClr val="FFFFFF"/>
            </a:solidFill>
            <a:prstDash val="solid"/>
          </a:ln>
        </p:spPr>
      </p:sp>
      <p:sp>
        <p:nvSpPr>
          <p:cNvPr id="14" name="Shape 12"/>
          <p:cNvSpPr/>
          <p:nvPr/>
        </p:nvSpPr>
        <p:spPr>
          <a:xfrm>
            <a:off x="7381326" y="3069217"/>
            <a:ext cx="31855" cy="31855"/>
          </a:xfrm>
          <a:prstGeom prst="ellipse">
            <a:avLst/>
          </a:prstGeom>
          <a:solidFill>
            <a:srgbClr val="FFFFFF">
              <a:alpha val="10000"/>
            </a:srgbClr>
          </a:solidFill>
          <a:ln w="12700">
            <a:solidFill>
              <a:srgbClr val="FFFFFF"/>
            </a:solidFill>
            <a:prstDash val="solid"/>
          </a:ln>
        </p:spPr>
      </p:sp>
      <p:sp>
        <p:nvSpPr>
          <p:cNvPr id="15" name="Shape 13"/>
          <p:cNvSpPr/>
          <p:nvPr/>
        </p:nvSpPr>
        <p:spPr>
          <a:xfrm>
            <a:off x="4202099" y="5807803"/>
            <a:ext cx="17288" cy="17288"/>
          </a:xfrm>
          <a:prstGeom prst="ellipse">
            <a:avLst/>
          </a:prstGeom>
          <a:solidFill>
            <a:srgbClr val="FFFFFF">
              <a:alpha val="10000"/>
            </a:srgbClr>
          </a:solidFill>
          <a:ln w="12700">
            <a:solidFill>
              <a:srgbClr val="FFFFFF"/>
            </a:solidFill>
            <a:prstDash val="solid"/>
          </a:ln>
        </p:spPr>
      </p:sp>
      <p:sp>
        <p:nvSpPr>
          <p:cNvPr id="16" name="Shape 14"/>
          <p:cNvSpPr/>
          <p:nvPr/>
        </p:nvSpPr>
        <p:spPr>
          <a:xfrm>
            <a:off x="5802791" y="5941113"/>
            <a:ext cx="16934" cy="16934"/>
          </a:xfrm>
          <a:prstGeom prst="ellipse">
            <a:avLst/>
          </a:prstGeom>
          <a:solidFill>
            <a:srgbClr val="FFFFFF">
              <a:alpha val="10000"/>
            </a:srgbClr>
          </a:solidFill>
          <a:ln w="12700">
            <a:solidFill>
              <a:srgbClr val="FFFFFF"/>
            </a:solidFill>
            <a:prstDash val="solid"/>
          </a:ln>
        </p:spPr>
      </p:sp>
      <p:sp>
        <p:nvSpPr>
          <p:cNvPr id="17" name="Shape 15"/>
          <p:cNvSpPr/>
          <p:nvPr/>
        </p:nvSpPr>
        <p:spPr>
          <a:xfrm>
            <a:off x="2755191" y="4629271"/>
            <a:ext cx="33145" cy="33145"/>
          </a:xfrm>
          <a:prstGeom prst="ellipse">
            <a:avLst/>
          </a:prstGeom>
          <a:solidFill>
            <a:srgbClr val="FFFFFF">
              <a:alpha val="10000"/>
            </a:srgbClr>
          </a:solidFill>
          <a:ln w="12700">
            <a:solidFill>
              <a:srgbClr val="FFFFFF"/>
            </a:solidFill>
            <a:prstDash val="solid"/>
          </a:ln>
        </p:spPr>
      </p:sp>
      <p:sp>
        <p:nvSpPr>
          <p:cNvPr id="18" name="Shape 16"/>
          <p:cNvSpPr/>
          <p:nvPr/>
        </p:nvSpPr>
        <p:spPr>
          <a:xfrm>
            <a:off x="4879928" y="4252284"/>
            <a:ext cx="20301" cy="20301"/>
          </a:xfrm>
          <a:prstGeom prst="ellipse">
            <a:avLst/>
          </a:prstGeom>
          <a:solidFill>
            <a:srgbClr val="FFFFFF">
              <a:alpha val="10000"/>
            </a:srgbClr>
          </a:solidFill>
          <a:ln w="12700">
            <a:solidFill>
              <a:srgbClr val="FFFFFF"/>
            </a:solidFill>
            <a:prstDash val="solid"/>
          </a:ln>
        </p:spPr>
      </p:sp>
      <p:sp>
        <p:nvSpPr>
          <p:cNvPr id="19" name="Shape 17"/>
          <p:cNvSpPr/>
          <p:nvPr/>
        </p:nvSpPr>
        <p:spPr>
          <a:xfrm>
            <a:off x="2674111" y="6451925"/>
            <a:ext cx="12692" cy="12692"/>
          </a:xfrm>
          <a:prstGeom prst="ellipse">
            <a:avLst/>
          </a:prstGeom>
          <a:solidFill>
            <a:srgbClr val="FFFFFF">
              <a:alpha val="10000"/>
            </a:srgbClr>
          </a:solidFill>
          <a:ln w="12700">
            <a:solidFill>
              <a:srgbClr val="FFFFFF"/>
            </a:solidFill>
            <a:prstDash val="solid"/>
          </a:ln>
        </p:spPr>
      </p:sp>
      <p:sp>
        <p:nvSpPr>
          <p:cNvPr id="20" name="Shape 18"/>
          <p:cNvSpPr/>
          <p:nvPr/>
        </p:nvSpPr>
        <p:spPr>
          <a:xfrm>
            <a:off x="2816822" y="3026769"/>
            <a:ext cx="17907" cy="17907"/>
          </a:xfrm>
          <a:prstGeom prst="ellipse">
            <a:avLst/>
          </a:prstGeom>
          <a:solidFill>
            <a:srgbClr val="FFFFFF">
              <a:alpha val="10000"/>
            </a:srgbClr>
          </a:solidFill>
          <a:ln w="12700">
            <a:solidFill>
              <a:srgbClr val="FFFFFF"/>
            </a:solidFill>
            <a:prstDash val="solid"/>
          </a:ln>
        </p:spPr>
      </p:sp>
      <p:sp>
        <p:nvSpPr>
          <p:cNvPr id="21" name="Shape 19"/>
          <p:cNvSpPr/>
          <p:nvPr/>
        </p:nvSpPr>
        <p:spPr>
          <a:xfrm>
            <a:off x="2616704" y="6037891"/>
            <a:ext cx="22494" cy="22494"/>
          </a:xfrm>
          <a:prstGeom prst="ellipse">
            <a:avLst/>
          </a:prstGeom>
          <a:solidFill>
            <a:srgbClr val="FFFFFF">
              <a:alpha val="10000"/>
            </a:srgbClr>
          </a:solidFill>
          <a:ln w="12700">
            <a:solidFill>
              <a:srgbClr val="FFFFFF"/>
            </a:solidFill>
            <a:prstDash val="solid"/>
          </a:ln>
        </p:spPr>
      </p:sp>
      <p:sp>
        <p:nvSpPr>
          <p:cNvPr id="22" name="Shape 20"/>
          <p:cNvSpPr/>
          <p:nvPr/>
        </p:nvSpPr>
        <p:spPr>
          <a:xfrm>
            <a:off x="3887770" y="6101799"/>
            <a:ext cx="20228" cy="20228"/>
          </a:xfrm>
          <a:prstGeom prst="ellipse">
            <a:avLst/>
          </a:prstGeom>
          <a:solidFill>
            <a:srgbClr val="FFFFFF">
              <a:alpha val="10000"/>
            </a:srgbClr>
          </a:solidFill>
          <a:ln w="12700">
            <a:solidFill>
              <a:srgbClr val="FFFFFF"/>
            </a:solidFill>
            <a:prstDash val="solid"/>
          </a:ln>
        </p:spPr>
      </p:sp>
      <p:sp>
        <p:nvSpPr>
          <p:cNvPr id="23" name="Shape 21"/>
          <p:cNvSpPr/>
          <p:nvPr/>
        </p:nvSpPr>
        <p:spPr>
          <a:xfrm>
            <a:off x="1499098" y="4034883"/>
            <a:ext cx="20910" cy="20910"/>
          </a:xfrm>
          <a:prstGeom prst="ellipse">
            <a:avLst/>
          </a:prstGeom>
          <a:solidFill>
            <a:srgbClr val="FFFFFF">
              <a:alpha val="10000"/>
            </a:srgbClr>
          </a:solidFill>
          <a:ln w="12700">
            <a:solidFill>
              <a:srgbClr val="FFFFFF"/>
            </a:solidFill>
            <a:prstDash val="solid"/>
          </a:ln>
        </p:spPr>
      </p:sp>
      <p:sp>
        <p:nvSpPr>
          <p:cNvPr id="24" name="Shape 22"/>
          <p:cNvSpPr/>
          <p:nvPr/>
        </p:nvSpPr>
        <p:spPr>
          <a:xfrm>
            <a:off x="724476" y="4528087"/>
            <a:ext cx="17892" cy="17892"/>
          </a:xfrm>
          <a:prstGeom prst="ellipse">
            <a:avLst/>
          </a:prstGeom>
          <a:solidFill>
            <a:srgbClr val="FFFFFF">
              <a:alpha val="10000"/>
            </a:srgbClr>
          </a:solidFill>
          <a:ln w="12700">
            <a:solidFill>
              <a:srgbClr val="FFFFFF"/>
            </a:solidFill>
            <a:prstDash val="solid"/>
          </a:ln>
        </p:spPr>
      </p:sp>
      <p:sp>
        <p:nvSpPr>
          <p:cNvPr id="25" name="Shape 23"/>
          <p:cNvSpPr/>
          <p:nvPr/>
        </p:nvSpPr>
        <p:spPr>
          <a:xfrm>
            <a:off x="2149354" y="1560019"/>
            <a:ext cx="25164" cy="25164"/>
          </a:xfrm>
          <a:prstGeom prst="ellipse">
            <a:avLst/>
          </a:prstGeom>
          <a:solidFill>
            <a:srgbClr val="FFFFFF">
              <a:alpha val="10000"/>
            </a:srgbClr>
          </a:solidFill>
          <a:ln w="12700">
            <a:solidFill>
              <a:srgbClr val="FFFFFF"/>
            </a:solidFill>
            <a:prstDash val="solid"/>
          </a:ln>
        </p:spPr>
      </p:sp>
      <p:sp>
        <p:nvSpPr>
          <p:cNvPr id="26" name="Shape 24"/>
          <p:cNvSpPr/>
          <p:nvPr/>
        </p:nvSpPr>
        <p:spPr>
          <a:xfrm>
            <a:off x="5860625" y="677516"/>
            <a:ext cx="28278" cy="28278"/>
          </a:xfrm>
          <a:prstGeom prst="ellipse">
            <a:avLst/>
          </a:prstGeom>
          <a:solidFill>
            <a:srgbClr val="FFFFFF">
              <a:alpha val="10000"/>
            </a:srgbClr>
          </a:solidFill>
          <a:ln w="12700">
            <a:solidFill>
              <a:srgbClr val="FFFFFF"/>
            </a:solidFill>
            <a:prstDash val="solid"/>
          </a:ln>
        </p:spPr>
      </p:sp>
      <p:sp>
        <p:nvSpPr>
          <p:cNvPr id="27" name="Shape 25"/>
          <p:cNvSpPr/>
          <p:nvPr/>
        </p:nvSpPr>
        <p:spPr>
          <a:xfrm>
            <a:off x="7991361" y="2580573"/>
            <a:ext cx="10824" cy="10824"/>
          </a:xfrm>
          <a:prstGeom prst="ellipse">
            <a:avLst/>
          </a:prstGeom>
          <a:solidFill>
            <a:srgbClr val="FFFFFF">
              <a:alpha val="10000"/>
            </a:srgbClr>
          </a:solidFill>
          <a:ln w="12700">
            <a:solidFill>
              <a:srgbClr val="FFFFFF"/>
            </a:solidFill>
            <a:prstDash val="solid"/>
          </a:ln>
        </p:spPr>
      </p:sp>
      <p:sp>
        <p:nvSpPr>
          <p:cNvPr id="28" name="Shape 26"/>
          <p:cNvSpPr/>
          <p:nvPr/>
        </p:nvSpPr>
        <p:spPr>
          <a:xfrm>
            <a:off x="2176495" y="3684235"/>
            <a:ext cx="29800" cy="29800"/>
          </a:xfrm>
          <a:prstGeom prst="ellipse">
            <a:avLst/>
          </a:prstGeom>
          <a:solidFill>
            <a:srgbClr val="FFFFFF">
              <a:alpha val="10000"/>
            </a:srgbClr>
          </a:solidFill>
          <a:ln w="12700">
            <a:solidFill>
              <a:srgbClr val="FFFFFF"/>
            </a:solidFill>
            <a:prstDash val="solid"/>
          </a:ln>
        </p:spPr>
      </p:sp>
      <p:sp>
        <p:nvSpPr>
          <p:cNvPr id="29" name="Shape 27"/>
          <p:cNvSpPr/>
          <p:nvPr/>
        </p:nvSpPr>
        <p:spPr>
          <a:xfrm>
            <a:off x="5312854" y="1127068"/>
            <a:ext cx="32096" cy="32096"/>
          </a:xfrm>
          <a:prstGeom prst="ellipse">
            <a:avLst/>
          </a:prstGeom>
          <a:solidFill>
            <a:srgbClr val="FFFFFF">
              <a:alpha val="10000"/>
            </a:srgbClr>
          </a:solidFill>
          <a:ln w="12700">
            <a:solidFill>
              <a:srgbClr val="FFFFFF"/>
            </a:solidFill>
            <a:prstDash val="solid"/>
          </a:ln>
        </p:spPr>
      </p:sp>
      <p:sp>
        <p:nvSpPr>
          <p:cNvPr id="30" name="Shape 28"/>
          <p:cNvSpPr/>
          <p:nvPr/>
        </p:nvSpPr>
        <p:spPr>
          <a:xfrm>
            <a:off x="2790361" y="1056639"/>
            <a:ext cx="9251" cy="9251"/>
          </a:xfrm>
          <a:prstGeom prst="ellipse">
            <a:avLst/>
          </a:prstGeom>
          <a:solidFill>
            <a:srgbClr val="FFFFFF">
              <a:alpha val="10000"/>
            </a:srgbClr>
          </a:solidFill>
          <a:ln w="12700">
            <a:solidFill>
              <a:srgbClr val="FFFFFF"/>
            </a:solidFill>
            <a:prstDash val="solid"/>
          </a:ln>
        </p:spPr>
      </p:sp>
      <p:sp>
        <p:nvSpPr>
          <p:cNvPr id="31" name="Shape 29"/>
          <p:cNvSpPr/>
          <p:nvPr/>
        </p:nvSpPr>
        <p:spPr>
          <a:xfrm>
            <a:off x="5392648" y="1854203"/>
            <a:ext cx="30958" cy="30958"/>
          </a:xfrm>
          <a:prstGeom prst="ellipse">
            <a:avLst/>
          </a:prstGeom>
          <a:solidFill>
            <a:srgbClr val="FFFFFF">
              <a:alpha val="10000"/>
            </a:srgbClr>
          </a:solidFill>
          <a:ln w="12700">
            <a:solidFill>
              <a:srgbClr val="FFFFFF"/>
            </a:solidFill>
            <a:prstDash val="solid"/>
          </a:ln>
        </p:spPr>
      </p:sp>
      <p:sp>
        <p:nvSpPr>
          <p:cNvPr id="32" name="Shape 30"/>
          <p:cNvSpPr/>
          <p:nvPr/>
        </p:nvSpPr>
        <p:spPr>
          <a:xfrm>
            <a:off x="1217301" y="1987215"/>
            <a:ext cx="17330" cy="17330"/>
          </a:xfrm>
          <a:prstGeom prst="ellipse">
            <a:avLst/>
          </a:prstGeom>
          <a:solidFill>
            <a:srgbClr val="FFFFFF">
              <a:alpha val="10000"/>
            </a:srgbClr>
          </a:solidFill>
          <a:ln w="12700">
            <a:solidFill>
              <a:srgbClr val="FFFFFF"/>
            </a:solidFill>
            <a:prstDash val="solid"/>
          </a:ln>
        </p:spPr>
      </p:sp>
      <p:sp>
        <p:nvSpPr>
          <p:cNvPr id="33" name="Shape 31"/>
          <p:cNvSpPr/>
          <p:nvPr/>
        </p:nvSpPr>
        <p:spPr>
          <a:xfrm>
            <a:off x="3538771" y="260432"/>
            <a:ext cx="33434" cy="33434"/>
          </a:xfrm>
          <a:prstGeom prst="ellipse">
            <a:avLst/>
          </a:prstGeom>
          <a:solidFill>
            <a:srgbClr val="FFFFFF">
              <a:alpha val="10000"/>
            </a:srgbClr>
          </a:solidFill>
          <a:ln w="12700">
            <a:solidFill>
              <a:srgbClr val="FFFFFF"/>
            </a:solidFill>
            <a:prstDash val="solid"/>
          </a:ln>
        </p:spPr>
      </p:sp>
      <p:sp>
        <p:nvSpPr>
          <p:cNvPr id="34" name="Shape 32"/>
          <p:cNvSpPr/>
          <p:nvPr/>
        </p:nvSpPr>
        <p:spPr>
          <a:xfrm>
            <a:off x="8228390" y="3176936"/>
            <a:ext cx="16343" cy="16343"/>
          </a:xfrm>
          <a:prstGeom prst="ellipse">
            <a:avLst/>
          </a:prstGeom>
          <a:solidFill>
            <a:srgbClr val="FFFFFF">
              <a:alpha val="10000"/>
            </a:srgbClr>
          </a:solidFill>
          <a:ln w="12700">
            <a:solidFill>
              <a:srgbClr val="FFFFFF"/>
            </a:solidFill>
            <a:prstDash val="solid"/>
          </a:ln>
        </p:spPr>
      </p:sp>
      <p:sp>
        <p:nvSpPr>
          <p:cNvPr id="35" name="Shape 33"/>
          <p:cNvSpPr/>
          <p:nvPr/>
        </p:nvSpPr>
        <p:spPr>
          <a:xfrm>
            <a:off x="7409792" y="360038"/>
            <a:ext cx="13208" cy="13208"/>
          </a:xfrm>
          <a:prstGeom prst="ellipse">
            <a:avLst/>
          </a:prstGeom>
          <a:solidFill>
            <a:srgbClr val="FFFFFF">
              <a:alpha val="10000"/>
            </a:srgbClr>
          </a:solidFill>
          <a:ln w="12700">
            <a:solidFill>
              <a:srgbClr val="FFFFFF"/>
            </a:solidFill>
            <a:prstDash val="solid"/>
          </a:ln>
        </p:spPr>
      </p:sp>
      <p:sp>
        <p:nvSpPr>
          <p:cNvPr id="36" name="Shape 34"/>
          <p:cNvSpPr/>
          <p:nvPr/>
        </p:nvSpPr>
        <p:spPr>
          <a:xfrm>
            <a:off x="6159266" y="4387843"/>
            <a:ext cx="32359" cy="32359"/>
          </a:xfrm>
          <a:prstGeom prst="ellipse">
            <a:avLst/>
          </a:prstGeom>
          <a:solidFill>
            <a:srgbClr val="FFFFFF">
              <a:alpha val="10000"/>
            </a:srgbClr>
          </a:solidFill>
          <a:ln w="12700">
            <a:solidFill>
              <a:srgbClr val="FFFFFF"/>
            </a:solidFill>
            <a:prstDash val="solid"/>
          </a:ln>
        </p:spPr>
      </p:sp>
      <p:sp>
        <p:nvSpPr>
          <p:cNvPr id="37" name="Shape 35"/>
          <p:cNvSpPr/>
          <p:nvPr/>
        </p:nvSpPr>
        <p:spPr>
          <a:xfrm>
            <a:off x="4413485" y="1337953"/>
            <a:ext cx="27273" cy="27273"/>
          </a:xfrm>
          <a:prstGeom prst="ellipse">
            <a:avLst/>
          </a:prstGeom>
          <a:solidFill>
            <a:srgbClr val="FFFFFF">
              <a:alpha val="10000"/>
            </a:srgbClr>
          </a:solidFill>
          <a:ln w="12700">
            <a:solidFill>
              <a:srgbClr val="FFFFFF"/>
            </a:solidFill>
            <a:prstDash val="solid"/>
          </a:ln>
        </p:spPr>
      </p:sp>
      <p:sp>
        <p:nvSpPr>
          <p:cNvPr id="38" name="Shape 36"/>
          <p:cNvSpPr/>
          <p:nvPr/>
        </p:nvSpPr>
        <p:spPr>
          <a:xfrm>
            <a:off x="803349" y="1190145"/>
            <a:ext cx="17418" cy="17418"/>
          </a:xfrm>
          <a:prstGeom prst="ellipse">
            <a:avLst/>
          </a:prstGeom>
          <a:solidFill>
            <a:srgbClr val="FFFFFF">
              <a:alpha val="10000"/>
            </a:srgbClr>
          </a:solidFill>
          <a:ln w="12700">
            <a:solidFill>
              <a:srgbClr val="FFFFFF"/>
            </a:solidFill>
            <a:prstDash val="solid"/>
          </a:ln>
        </p:spPr>
      </p:sp>
      <p:sp>
        <p:nvSpPr>
          <p:cNvPr id="39" name="Shape 37"/>
          <p:cNvSpPr/>
          <p:nvPr/>
        </p:nvSpPr>
        <p:spPr>
          <a:xfrm>
            <a:off x="8384958" y="2173973"/>
            <a:ext cx="15889" cy="15889"/>
          </a:xfrm>
          <a:prstGeom prst="ellipse">
            <a:avLst/>
          </a:prstGeom>
          <a:solidFill>
            <a:srgbClr val="FFFFFF">
              <a:alpha val="10000"/>
            </a:srgbClr>
          </a:solidFill>
          <a:ln w="12700">
            <a:solidFill>
              <a:srgbClr val="FFFFFF"/>
            </a:solidFill>
            <a:prstDash val="solid"/>
          </a:ln>
        </p:spPr>
      </p:sp>
      <p:sp>
        <p:nvSpPr>
          <p:cNvPr id="40" name="Shape 38"/>
          <p:cNvSpPr/>
          <p:nvPr/>
        </p:nvSpPr>
        <p:spPr>
          <a:xfrm>
            <a:off x="2788209" y="5239529"/>
            <a:ext cx="20990" cy="20990"/>
          </a:xfrm>
          <a:prstGeom prst="ellipse">
            <a:avLst/>
          </a:prstGeom>
          <a:solidFill>
            <a:srgbClr val="FFFFFF">
              <a:alpha val="10000"/>
            </a:srgbClr>
          </a:solidFill>
          <a:ln w="12700">
            <a:solidFill>
              <a:srgbClr val="FFFFFF"/>
            </a:solidFill>
            <a:prstDash val="solid"/>
          </a:ln>
        </p:spPr>
      </p:sp>
      <p:sp>
        <p:nvSpPr>
          <p:cNvPr id="41" name="Shape 39"/>
          <p:cNvSpPr/>
          <p:nvPr/>
        </p:nvSpPr>
        <p:spPr>
          <a:xfrm>
            <a:off x="4376818" y="6684568"/>
            <a:ext cx="28438" cy="28438"/>
          </a:xfrm>
          <a:prstGeom prst="ellipse">
            <a:avLst/>
          </a:prstGeom>
          <a:solidFill>
            <a:srgbClr val="FFFFFF">
              <a:alpha val="10000"/>
            </a:srgbClr>
          </a:solidFill>
          <a:ln w="12700">
            <a:solidFill>
              <a:srgbClr val="FFFFFF"/>
            </a:solidFill>
            <a:prstDash val="solid"/>
          </a:ln>
        </p:spPr>
      </p:sp>
      <p:sp>
        <p:nvSpPr>
          <p:cNvPr id="42" name="Shape 40"/>
          <p:cNvSpPr/>
          <p:nvPr/>
        </p:nvSpPr>
        <p:spPr>
          <a:xfrm>
            <a:off x="7997768" y="2965682"/>
            <a:ext cx="35324" cy="35324"/>
          </a:xfrm>
          <a:prstGeom prst="ellipse">
            <a:avLst/>
          </a:prstGeom>
          <a:solidFill>
            <a:srgbClr val="FFFFFF">
              <a:alpha val="10000"/>
            </a:srgbClr>
          </a:solidFill>
          <a:ln w="12700">
            <a:solidFill>
              <a:srgbClr val="FFFFFF"/>
            </a:solidFill>
            <a:prstDash val="solid"/>
          </a:ln>
        </p:spPr>
      </p:sp>
      <p:sp>
        <p:nvSpPr>
          <p:cNvPr id="43" name="Shape 41"/>
          <p:cNvSpPr/>
          <p:nvPr/>
        </p:nvSpPr>
        <p:spPr>
          <a:xfrm>
            <a:off x="2303433" y="4366811"/>
            <a:ext cx="17826" cy="17826"/>
          </a:xfrm>
          <a:prstGeom prst="ellipse">
            <a:avLst/>
          </a:prstGeom>
          <a:solidFill>
            <a:srgbClr val="FFFFFF">
              <a:alpha val="10000"/>
            </a:srgbClr>
          </a:solidFill>
          <a:ln w="12700">
            <a:solidFill>
              <a:srgbClr val="FFFFFF"/>
            </a:solidFill>
            <a:prstDash val="solid"/>
          </a:ln>
        </p:spPr>
      </p:sp>
      <p:sp>
        <p:nvSpPr>
          <p:cNvPr id="44" name="Shape 42"/>
          <p:cNvSpPr/>
          <p:nvPr/>
        </p:nvSpPr>
        <p:spPr>
          <a:xfrm>
            <a:off x="2117678" y="6297195"/>
            <a:ext cx="13008" cy="13008"/>
          </a:xfrm>
          <a:prstGeom prst="ellipse">
            <a:avLst/>
          </a:prstGeom>
          <a:solidFill>
            <a:srgbClr val="FFFFFF">
              <a:alpha val="10000"/>
            </a:srgbClr>
          </a:solidFill>
          <a:ln w="12700">
            <a:solidFill>
              <a:srgbClr val="FFFFFF"/>
            </a:solidFill>
            <a:prstDash val="solid"/>
          </a:ln>
        </p:spPr>
      </p:sp>
      <p:sp>
        <p:nvSpPr>
          <p:cNvPr id="45" name="Shape 43"/>
          <p:cNvSpPr/>
          <p:nvPr/>
        </p:nvSpPr>
        <p:spPr>
          <a:xfrm>
            <a:off x="6653133" y="3512160"/>
            <a:ext cx="16476" cy="16476"/>
          </a:xfrm>
          <a:prstGeom prst="ellipse">
            <a:avLst/>
          </a:prstGeom>
          <a:solidFill>
            <a:srgbClr val="FFFFFF">
              <a:alpha val="10000"/>
            </a:srgbClr>
          </a:solidFill>
          <a:ln w="12700">
            <a:solidFill>
              <a:srgbClr val="FFFFFF"/>
            </a:solidFill>
            <a:prstDash val="solid"/>
          </a:ln>
        </p:spPr>
      </p:sp>
      <p:sp>
        <p:nvSpPr>
          <p:cNvPr id="46" name="Shape 44"/>
          <p:cNvSpPr/>
          <p:nvPr/>
        </p:nvSpPr>
        <p:spPr>
          <a:xfrm>
            <a:off x="8205585" y="2584971"/>
            <a:ext cx="25907" cy="25907"/>
          </a:xfrm>
          <a:prstGeom prst="ellipse">
            <a:avLst/>
          </a:prstGeom>
          <a:solidFill>
            <a:srgbClr val="FFFFFF">
              <a:alpha val="10000"/>
            </a:srgbClr>
          </a:solidFill>
          <a:ln w="12700">
            <a:solidFill>
              <a:srgbClr val="FFFFFF"/>
            </a:solidFill>
            <a:prstDash val="solid"/>
          </a:ln>
        </p:spPr>
      </p:sp>
      <p:sp>
        <p:nvSpPr>
          <p:cNvPr id="47" name="Shape 45"/>
          <p:cNvSpPr/>
          <p:nvPr/>
        </p:nvSpPr>
        <p:spPr>
          <a:xfrm>
            <a:off x="3919800" y="2299835"/>
            <a:ext cx="13222" cy="13222"/>
          </a:xfrm>
          <a:prstGeom prst="ellipse">
            <a:avLst/>
          </a:prstGeom>
          <a:solidFill>
            <a:srgbClr val="FFFFFF">
              <a:alpha val="10000"/>
            </a:srgbClr>
          </a:solidFill>
          <a:ln w="12700">
            <a:solidFill>
              <a:srgbClr val="FFFFFF"/>
            </a:solidFill>
            <a:prstDash val="solid"/>
          </a:ln>
        </p:spPr>
      </p:sp>
      <p:sp>
        <p:nvSpPr>
          <p:cNvPr id="48" name="Shape 46"/>
          <p:cNvSpPr/>
          <p:nvPr/>
        </p:nvSpPr>
        <p:spPr>
          <a:xfrm>
            <a:off x="6073287" y="5323735"/>
            <a:ext cx="22463" cy="22463"/>
          </a:xfrm>
          <a:prstGeom prst="ellipse">
            <a:avLst/>
          </a:prstGeom>
          <a:solidFill>
            <a:srgbClr val="FFFFFF">
              <a:alpha val="10000"/>
            </a:srgbClr>
          </a:solidFill>
          <a:ln w="12700">
            <a:solidFill>
              <a:srgbClr val="FFFFFF"/>
            </a:solidFill>
            <a:prstDash val="solid"/>
          </a:ln>
        </p:spPr>
      </p:sp>
      <p:sp>
        <p:nvSpPr>
          <p:cNvPr id="49" name="Shape 47"/>
          <p:cNvSpPr/>
          <p:nvPr/>
        </p:nvSpPr>
        <p:spPr>
          <a:xfrm>
            <a:off x="7274101" y="1774376"/>
            <a:ext cx="30450" cy="30450"/>
          </a:xfrm>
          <a:prstGeom prst="ellipse">
            <a:avLst/>
          </a:prstGeom>
          <a:solidFill>
            <a:srgbClr val="FFFFFF">
              <a:alpha val="10000"/>
            </a:srgbClr>
          </a:solidFill>
          <a:ln w="12700">
            <a:solidFill>
              <a:srgbClr val="FFFFFF"/>
            </a:solidFill>
            <a:prstDash val="solid"/>
          </a:ln>
        </p:spPr>
      </p:sp>
      <p:sp>
        <p:nvSpPr>
          <p:cNvPr id="50" name="Shape 48"/>
          <p:cNvSpPr/>
          <p:nvPr/>
        </p:nvSpPr>
        <p:spPr>
          <a:xfrm>
            <a:off x="6319500" y="155734"/>
            <a:ext cx="35394" cy="35394"/>
          </a:xfrm>
          <a:prstGeom prst="ellipse">
            <a:avLst/>
          </a:prstGeom>
          <a:solidFill>
            <a:srgbClr val="FFFFFF">
              <a:alpha val="10000"/>
            </a:srgbClr>
          </a:solidFill>
          <a:ln w="12700">
            <a:solidFill>
              <a:srgbClr val="FFFFFF"/>
            </a:solidFill>
            <a:prstDash val="solid"/>
          </a:ln>
        </p:spPr>
      </p:sp>
      <p:sp>
        <p:nvSpPr>
          <p:cNvPr id="51" name="Shape 49"/>
          <p:cNvSpPr/>
          <p:nvPr/>
        </p:nvSpPr>
        <p:spPr>
          <a:xfrm>
            <a:off x="3937440" y="3271099"/>
            <a:ext cx="19986" cy="19986"/>
          </a:xfrm>
          <a:prstGeom prst="ellipse">
            <a:avLst/>
          </a:prstGeom>
          <a:solidFill>
            <a:srgbClr val="FFFFFF">
              <a:alpha val="10000"/>
            </a:srgbClr>
          </a:solidFill>
          <a:ln w="12700">
            <a:solidFill>
              <a:srgbClr val="FFFFFF"/>
            </a:solidFill>
            <a:prstDash val="solid"/>
          </a:ln>
        </p:spPr>
      </p:sp>
      <p:sp>
        <p:nvSpPr>
          <p:cNvPr id="52" name="Shape 50"/>
          <p:cNvSpPr/>
          <p:nvPr/>
        </p:nvSpPr>
        <p:spPr>
          <a:xfrm>
            <a:off x="5733312" y="6138025"/>
            <a:ext cx="25508" cy="25508"/>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Failure Handling</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Rejection, Rollback, Ownership Conflict</a:t>
            </a:r>
            <a:endParaRPr lang="en-US" sz="1000" dirty="0"/>
          </a:p>
        </p:txBody>
      </p:sp>
      <p:sp>
        <p:nvSpPr>
          <p:cNvPr id="93" name="Shape 91"/>
          <p:cNvSpPr/>
          <p:nvPr/>
        </p:nvSpPr>
        <p:spPr>
          <a:xfrm>
            <a:off x="1874520" y="2331720"/>
            <a:ext cx="2194560" cy="1463040"/>
          </a:xfrm>
          <a:prstGeom prst="ellipse">
            <a:avLst/>
          </a:prstGeom>
          <a:solidFill>
            <a:srgbClr val="FFC400">
              <a:alpha val="15000"/>
            </a:srgbClr>
          </a:solidFill>
          <a:ln w="38100">
            <a:solidFill>
              <a:srgbClr val="FFC400"/>
            </a:solidFill>
            <a:prstDash val="solid"/>
          </a:ln>
        </p:spPr>
      </p:sp>
      <p:sp>
        <p:nvSpPr>
          <p:cNvPr id="94" name="Text 92"/>
          <p:cNvSpPr/>
          <p:nvPr/>
        </p:nvSpPr>
        <p:spPr>
          <a:xfrm>
            <a:off x="2423160" y="2971800"/>
            <a:ext cx="1097280" cy="182880"/>
          </a:xfrm>
          <a:prstGeom prst="rect">
            <a:avLst/>
          </a:prstGeom>
          <a:noFill/>
          <a:ln/>
        </p:spPr>
        <p:txBody>
          <a:bodyPr wrap="square" rtlCol="0" anchor="ctr"/>
          <a:lstStyle/>
          <a:p>
            <a:pPr algn="ctr" indent="0" marL="0">
              <a:buNone/>
            </a:pPr>
            <a:r>
              <a:rPr lang="en-US" sz="700" b="1" dirty="0">
                <a:solidFill>
                  <a:srgbClr val="FFC400"/>
                </a:solidFill>
              </a:rPr>
              <a:t>EVIDENCE CORE</a:t>
            </a:r>
            <a:endParaRPr lang="en-US" sz="700" dirty="0"/>
          </a:p>
        </p:txBody>
      </p:sp>
      <p:sp>
        <p:nvSpPr>
          <p:cNvPr id="95" name="Shape 93"/>
          <p:cNvSpPr/>
          <p:nvPr/>
        </p:nvSpPr>
        <p:spPr>
          <a:xfrm>
            <a:off x="1581912" y="2132015"/>
            <a:ext cx="2779776" cy="1862450"/>
          </a:xfrm>
          <a:prstGeom prst="ellipse">
            <a:avLst/>
          </a:prstGeom>
          <a:solidFill>
            <a:srgbClr val="FFC400">
              <a:alpha val="5000"/>
            </a:srgbClr>
          </a:solidFill>
          <a:ln w="25400">
            <a:solidFill>
              <a:srgbClr val="FF8C00"/>
            </a:solidFill>
            <a:prstDash val="dash"/>
          </a:ln>
        </p:spPr>
      </p:sp>
      <p:sp>
        <p:nvSpPr>
          <p:cNvPr id="96" name="Shape 94"/>
          <p:cNvSpPr/>
          <p:nvPr/>
        </p:nvSpPr>
        <p:spPr>
          <a:xfrm>
            <a:off x="1289304" y="1935968"/>
            <a:ext cx="3364992" cy="2254545"/>
          </a:xfrm>
          <a:prstGeom prst="ellipse">
            <a:avLst/>
          </a:prstGeom>
          <a:solidFill>
            <a:srgbClr val="FFC400">
              <a:alpha val="5000"/>
            </a:srgbClr>
          </a:solidFill>
          <a:ln w="25400">
            <a:solidFill>
              <a:srgbClr val="FF8C00"/>
            </a:solidFill>
            <a:prstDash val="dash"/>
          </a:ln>
        </p:spPr>
      </p:sp>
      <p:sp>
        <p:nvSpPr>
          <p:cNvPr id="97" name="Shape 95"/>
          <p:cNvSpPr/>
          <p:nvPr/>
        </p:nvSpPr>
        <p:spPr>
          <a:xfrm>
            <a:off x="996696" y="1739920"/>
            <a:ext cx="3950208" cy="2646639"/>
          </a:xfrm>
          <a:prstGeom prst="ellipse">
            <a:avLst/>
          </a:prstGeom>
          <a:solidFill>
            <a:srgbClr val="FFC400">
              <a:alpha val="5000"/>
            </a:srgbClr>
          </a:solidFill>
          <a:ln w="25400">
            <a:solidFill>
              <a:srgbClr val="FF8C00"/>
            </a:solidFill>
            <a:prstDash val="dash"/>
          </a:ln>
        </p:spPr>
      </p:sp>
      <p:sp>
        <p:nvSpPr>
          <p:cNvPr id="98" name="Shape 96"/>
          <p:cNvSpPr/>
          <p:nvPr/>
        </p:nvSpPr>
        <p:spPr>
          <a:xfrm>
            <a:off x="832104" y="1629644"/>
            <a:ext cx="4279392" cy="2867193"/>
          </a:xfrm>
          <a:prstGeom prst="ellipse">
            <a:avLst/>
          </a:prstGeom>
          <a:solidFill>
            <a:srgbClr val="FFC400">
              <a:alpha val="3000"/>
            </a:srgbClr>
          </a:solidFill>
          <a:ln w="12700">
            <a:solidFill>
              <a:srgbClr val="FF8C00"/>
            </a:solidFill>
            <a:prstDash val="dash"/>
          </a:ln>
        </p:spPr>
      </p:sp>
      <p:sp>
        <p:nvSpPr>
          <p:cNvPr id="99" name="Shape 97"/>
          <p:cNvSpPr/>
          <p:nvPr/>
        </p:nvSpPr>
        <p:spPr>
          <a:xfrm>
            <a:off x="2459736" y="1325880"/>
            <a:ext cx="1024128" cy="320040"/>
          </a:xfrm>
          <a:prstGeom prst="rect">
            <a:avLst/>
          </a:prstGeom>
          <a:solidFill>
            <a:srgbClr val="FFC400">
              <a:alpha val="15000"/>
            </a:srgbClr>
          </a:solidFill>
          <a:ln w="25400">
            <a:solidFill>
              <a:srgbClr val="FF8C00"/>
            </a:solidFill>
            <a:prstDash val="solid"/>
          </a:ln>
        </p:spPr>
      </p:sp>
      <p:sp>
        <p:nvSpPr>
          <p:cNvPr id="100" name="Text 98"/>
          <p:cNvSpPr/>
          <p:nvPr/>
        </p:nvSpPr>
        <p:spPr>
          <a:xfrm>
            <a:off x="2523744" y="1417320"/>
            <a:ext cx="896112" cy="96012"/>
          </a:xfrm>
          <a:prstGeom prst="rect">
            <a:avLst/>
          </a:prstGeom>
          <a:noFill/>
          <a:ln/>
        </p:spPr>
        <p:txBody>
          <a:bodyPr wrap="square" rtlCol="0" anchor="ctr"/>
          <a:lstStyle/>
          <a:p>
            <a:pPr algn="ctr" indent="0" marL="0">
              <a:buNone/>
            </a:pPr>
            <a:r>
              <a:rPr lang="en-US" sz="500" b="1" dirty="0">
                <a:solidFill>
                  <a:srgbClr val="FF8C00"/>
                </a:solidFill>
              </a:rPr>
              <a:t>CAUSAL OBSERVATORY</a:t>
            </a:r>
            <a:endParaRPr lang="en-US" sz="500" dirty="0"/>
          </a:p>
        </p:txBody>
      </p:sp>
      <p:sp>
        <p:nvSpPr>
          <p:cNvPr id="101" name="Shape 99"/>
          <p:cNvSpPr/>
          <p:nvPr/>
        </p:nvSpPr>
        <p:spPr>
          <a:xfrm>
            <a:off x="2697480" y="4709160"/>
            <a:ext cx="457200" cy="182880"/>
          </a:xfrm>
          <a:prstGeom prst="rect">
            <a:avLst/>
          </a:prstGeom>
          <a:solidFill>
            <a:srgbClr val="FFC400">
              <a:alpha val="15000"/>
            </a:srgbClr>
          </a:solidFill>
          <a:ln w="25400">
            <a:solidFill>
              <a:srgbClr val="FF8C00"/>
            </a:solidFill>
            <a:prstDash val="solid"/>
          </a:ln>
        </p:spPr>
      </p:sp>
      <p:sp>
        <p:nvSpPr>
          <p:cNvPr id="102" name="Text 100"/>
          <p:cNvSpPr/>
          <p:nvPr/>
        </p:nvSpPr>
        <p:spPr>
          <a:xfrm>
            <a:off x="278892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1</a:t>
            </a:r>
            <a:endParaRPr lang="en-US" sz="400" dirty="0"/>
          </a:p>
        </p:txBody>
      </p:sp>
      <p:sp>
        <p:nvSpPr>
          <p:cNvPr id="103" name="Shape 101"/>
          <p:cNvSpPr/>
          <p:nvPr/>
        </p:nvSpPr>
        <p:spPr>
          <a:xfrm>
            <a:off x="3246120" y="4709160"/>
            <a:ext cx="457200" cy="182880"/>
          </a:xfrm>
          <a:prstGeom prst="rect">
            <a:avLst/>
          </a:prstGeom>
          <a:solidFill>
            <a:srgbClr val="FFC400">
              <a:alpha val="15000"/>
            </a:srgbClr>
          </a:solidFill>
          <a:ln w="25400">
            <a:solidFill>
              <a:srgbClr val="FF8C00"/>
            </a:solidFill>
            <a:prstDash val="solid"/>
          </a:ln>
        </p:spPr>
      </p:sp>
      <p:sp>
        <p:nvSpPr>
          <p:cNvPr id="104" name="Text 102"/>
          <p:cNvSpPr/>
          <p:nvPr/>
        </p:nvSpPr>
        <p:spPr>
          <a:xfrm>
            <a:off x="333756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2</a:t>
            </a:r>
            <a:endParaRPr lang="en-US" sz="400" dirty="0"/>
          </a:p>
        </p:txBody>
      </p:sp>
      <p:sp>
        <p:nvSpPr>
          <p:cNvPr id="105" name="Shape 103"/>
          <p:cNvSpPr/>
          <p:nvPr/>
        </p:nvSpPr>
        <p:spPr>
          <a:xfrm>
            <a:off x="4800600" y="4434840"/>
            <a:ext cx="548640" cy="457200"/>
          </a:xfrm>
          <a:prstGeom prst="rect">
            <a:avLst/>
          </a:prstGeom>
          <a:solidFill>
            <a:srgbClr val="FF0000">
              <a:alpha val="20000"/>
            </a:srgbClr>
          </a:solidFill>
          <a:ln w="25400">
            <a:solidFill>
              <a:srgbClr val="FF0000"/>
            </a:solidFill>
            <a:prstDash val="solid"/>
          </a:ln>
        </p:spPr>
      </p:sp>
      <p:sp>
        <p:nvSpPr>
          <p:cNvPr id="106" name="Text 104"/>
          <p:cNvSpPr/>
          <p:nvPr/>
        </p:nvSpPr>
        <p:spPr>
          <a:xfrm>
            <a:off x="4846320" y="4480560"/>
            <a:ext cx="457200" cy="91440"/>
          </a:xfrm>
          <a:prstGeom prst="rect">
            <a:avLst/>
          </a:prstGeom>
          <a:noFill/>
          <a:ln/>
        </p:spPr>
        <p:txBody>
          <a:bodyPr wrap="square" rtlCol="0" anchor="ctr"/>
          <a:lstStyle/>
          <a:p>
            <a:pPr algn="ctr" indent="0" marL="0">
              <a:buNone/>
            </a:pPr>
            <a:r>
              <a:rPr lang="en-US" sz="400" b="1" dirty="0">
                <a:solidFill>
                  <a:srgbClr val="FF0000"/>
                </a:solidFill>
              </a:rPr>
              <a:t>REJECTION</a:t>
            </a:r>
            <a:endParaRPr lang="en-US" sz="400" dirty="0"/>
          </a:p>
        </p:txBody>
      </p:sp>
      <p:sp>
        <p:nvSpPr>
          <p:cNvPr id="107" name="Shape 105"/>
          <p:cNvSpPr/>
          <p:nvPr/>
        </p:nvSpPr>
        <p:spPr>
          <a:xfrm>
            <a:off x="2606040" y="1234440"/>
            <a:ext cx="731520" cy="182880"/>
          </a:xfrm>
          <a:prstGeom prst="rect">
            <a:avLst/>
          </a:prstGeom>
          <a:solidFill>
            <a:srgbClr val="FF8C00">
              <a:alpha val="30000"/>
            </a:srgbClr>
          </a:solidFill>
          <a:ln w="12700">
            <a:solidFill>
              <a:srgbClr val="FF8C00"/>
            </a:solidFill>
            <a:prstDash val="solid"/>
          </a:ln>
        </p:spPr>
      </p:sp>
      <p:sp>
        <p:nvSpPr>
          <p:cNvPr id="108" name="Text 106"/>
          <p:cNvSpPr/>
          <p:nvPr/>
        </p:nvSpPr>
        <p:spPr>
          <a:xfrm>
            <a:off x="2651760" y="1252728"/>
            <a:ext cx="640080" cy="13716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KERNEL</a:t>
            </a:r>
            <a:endParaRPr lang="en-US" sz="500" dirty="0"/>
          </a:p>
        </p:txBody>
      </p:sp>
      <p:sp>
        <p:nvSpPr>
          <p:cNvPr id="109" name="Text 107"/>
          <p:cNvSpPr/>
          <p:nvPr/>
        </p:nvSpPr>
        <p:spPr>
          <a:xfrm>
            <a:off x="2697480" y="3520440"/>
            <a:ext cx="548640" cy="137160"/>
          </a:xfrm>
          <a:prstGeom prst="rect">
            <a:avLst/>
          </a:prstGeom>
          <a:noFill/>
          <a:ln/>
        </p:spPr>
        <p:txBody>
          <a:bodyPr wrap="square" rtlCol="0" anchor="ctr"/>
          <a:lstStyle/>
          <a:p>
            <a:pPr algn="ctr" indent="0" marL="0">
              <a:buNone/>
            </a:pPr>
            <a:r>
              <a:rPr lang="en-US" sz="1200" b="1" dirty="0">
                <a:solidFill>
                  <a:srgbClr val="FFC400"/>
                </a:solidFill>
              </a:rPr>
              <a:t>WITNESS</a:t>
            </a:r>
            <a:endParaRPr lang="en-US" sz="1200" dirty="0"/>
          </a:p>
        </p:txBody>
      </p:sp>
      <p:sp>
        <p:nvSpPr>
          <p:cNvPr id="110" name="Shape 108"/>
          <p:cNvSpPr/>
          <p:nvPr/>
        </p:nvSpPr>
        <p:spPr>
          <a:xfrm>
            <a:off x="5349240" y="2697480"/>
            <a:ext cx="548640" cy="731520"/>
          </a:xfrm>
          <a:prstGeom prst="rect">
            <a:avLst/>
          </a:prstGeom>
          <a:solidFill>
            <a:srgbClr val="FFC400">
              <a:alpha val="15000"/>
            </a:srgbClr>
          </a:solidFill>
          <a:ln w="38100">
            <a:solidFill>
              <a:srgbClr val="FF8C00"/>
            </a:solidFill>
            <a:prstDash val="solid"/>
          </a:ln>
        </p:spPr>
      </p:sp>
      <p:sp>
        <p:nvSpPr>
          <p:cNvPr id="111" name="Text 109"/>
          <p:cNvSpPr/>
          <p:nvPr/>
        </p:nvSpPr>
        <p:spPr>
          <a:xfrm>
            <a:off x="5394960" y="2971800"/>
            <a:ext cx="457200" cy="182880"/>
          </a:xfrm>
          <a:prstGeom prst="rect">
            <a:avLst/>
          </a:prstGeom>
          <a:noFill/>
          <a:ln/>
        </p:spPr>
        <p:txBody>
          <a:bodyPr wrap="square" rtlCol="0" anchor="ctr"/>
          <a:lstStyle/>
          <a:p>
            <a:pPr algn="ctr" indent="0" marL="0">
              <a:buNone/>
            </a:pPr>
            <a:r>
              <a:rPr lang="en-US" sz="600" b="1" dirty="0">
                <a:solidFill>
                  <a:srgbClr val="FF8C00"/>
                </a:solidFill>
              </a:rPr>
              <a:t>GATE 1</a:t>
            </a:r>
            <a:endParaRPr lang="en-US" sz="600" dirty="0"/>
          </a:p>
        </p:txBody>
      </p:sp>
      <p:sp>
        <p:nvSpPr>
          <p:cNvPr id="112" name="Shape 110"/>
          <p:cNvSpPr/>
          <p:nvPr/>
        </p:nvSpPr>
        <p:spPr>
          <a:xfrm>
            <a:off x="6446520" y="2697480"/>
            <a:ext cx="548640" cy="731520"/>
          </a:xfrm>
          <a:prstGeom prst="rect">
            <a:avLst/>
          </a:prstGeom>
          <a:solidFill>
            <a:srgbClr val="FFC400">
              <a:alpha val="15000"/>
            </a:srgbClr>
          </a:solidFill>
          <a:ln w="38100">
            <a:solidFill>
              <a:srgbClr val="FF8C00"/>
            </a:solidFill>
            <a:prstDash val="solid"/>
          </a:ln>
        </p:spPr>
      </p:sp>
      <p:sp>
        <p:nvSpPr>
          <p:cNvPr id="113" name="Text 111"/>
          <p:cNvSpPr/>
          <p:nvPr/>
        </p:nvSpPr>
        <p:spPr>
          <a:xfrm>
            <a:off x="6492240" y="2971800"/>
            <a:ext cx="457200" cy="182880"/>
          </a:xfrm>
          <a:prstGeom prst="rect">
            <a:avLst/>
          </a:prstGeom>
          <a:noFill/>
          <a:ln/>
        </p:spPr>
        <p:txBody>
          <a:bodyPr wrap="square" rtlCol="0" anchor="ctr"/>
          <a:lstStyle/>
          <a:p>
            <a:pPr algn="ctr" indent="0" marL="0">
              <a:buNone/>
            </a:pPr>
            <a:r>
              <a:rPr lang="en-US" sz="600" b="1" dirty="0">
                <a:solidFill>
                  <a:srgbClr val="FF8C00"/>
                </a:solidFill>
              </a:rPr>
              <a:t>GATE 2</a:t>
            </a:r>
            <a:endParaRPr lang="en-US" sz="600" dirty="0"/>
          </a:p>
        </p:txBody>
      </p:sp>
      <p:sp>
        <p:nvSpPr>
          <p:cNvPr id="114" name="Shape 112"/>
          <p:cNvSpPr/>
          <p:nvPr/>
        </p:nvSpPr>
        <p:spPr>
          <a:xfrm>
            <a:off x="4800600" y="1965960"/>
            <a:ext cx="2743200" cy="146304"/>
          </a:xfrm>
          <a:prstGeom prst="rect">
            <a:avLst/>
          </a:prstGeom>
          <a:solidFill>
            <a:srgbClr val="00FF00">
              <a:alpha val="15000"/>
            </a:srgbClr>
          </a:solidFill>
          <a:ln w="25400">
            <a:solidFill>
              <a:srgbClr val="008000"/>
            </a:solidFill>
            <a:prstDash val="solid"/>
          </a:ln>
        </p:spPr>
      </p:sp>
      <p:sp>
        <p:nvSpPr>
          <p:cNvPr id="115" name="Text 113"/>
          <p:cNvSpPr/>
          <p:nvPr/>
        </p:nvSpPr>
        <p:spPr>
          <a:xfrm>
            <a:off x="4892040" y="2011680"/>
            <a:ext cx="2560320" cy="73152"/>
          </a:xfrm>
          <a:prstGeom prst="rect">
            <a:avLst/>
          </a:prstGeom>
          <a:noFill/>
          <a:ln/>
        </p:spPr>
        <p:txBody>
          <a:bodyPr wrap="square" rtlCol="0" anchor="ctr"/>
          <a:lstStyle/>
          <a:p>
            <a:pPr algn="ctr" indent="0" marL="0">
              <a:buNone/>
            </a:pPr>
            <a:r>
              <a:rPr lang="en-US" sz="600" b="1" dirty="0">
                <a:solidFill>
                  <a:srgbClr val="008000"/>
                </a:solidFill>
              </a:rPr>
              <a:t>APPROVAL</a:t>
            </a:r>
            <a:endParaRPr lang="en-US" sz="600" dirty="0"/>
          </a:p>
        </p:txBody>
      </p:sp>
      <p:sp>
        <p:nvSpPr>
          <p:cNvPr id="116" name="Shape 114"/>
          <p:cNvSpPr/>
          <p:nvPr/>
        </p:nvSpPr>
        <p:spPr>
          <a:xfrm>
            <a:off x="4800600" y="3977640"/>
            <a:ext cx="2743200" cy="146304"/>
          </a:xfrm>
          <a:prstGeom prst="rect">
            <a:avLst/>
          </a:prstGeom>
          <a:solidFill>
            <a:srgbClr val="FF0000">
              <a:alpha val="15000"/>
            </a:srgbClr>
          </a:solidFill>
          <a:ln w="25400">
            <a:solidFill>
              <a:srgbClr val="800000"/>
            </a:solidFill>
            <a:prstDash val="solid"/>
          </a:ln>
        </p:spPr>
      </p:sp>
      <p:sp>
        <p:nvSpPr>
          <p:cNvPr id="117" name="Text 115"/>
          <p:cNvSpPr/>
          <p:nvPr/>
        </p:nvSpPr>
        <p:spPr>
          <a:xfrm>
            <a:off x="4892040" y="4023360"/>
            <a:ext cx="2560320" cy="73152"/>
          </a:xfrm>
          <a:prstGeom prst="rect">
            <a:avLst/>
          </a:prstGeom>
          <a:noFill/>
          <a:ln/>
        </p:spPr>
        <p:txBody>
          <a:bodyPr wrap="square" rtlCol="0" anchor="ctr"/>
          <a:lstStyle/>
          <a:p>
            <a:pPr algn="ctr" indent="0" marL="0">
              <a:buNone/>
            </a:pPr>
            <a:r>
              <a:rPr lang="en-US" sz="600" b="1" dirty="0">
                <a:solidFill>
                  <a:srgbClr val="800000"/>
                </a:solidFill>
              </a:rPr>
              <a:t>REJECTION</a:t>
            </a:r>
            <a:endParaRPr lang="en-US" sz="600" dirty="0"/>
          </a:p>
        </p:txBody>
      </p:sp>
      <p:sp>
        <p:nvSpPr>
          <p:cNvPr id="118" name="Shape 116"/>
          <p:cNvSpPr/>
          <p:nvPr/>
        </p:nvSpPr>
        <p:spPr>
          <a:xfrm>
            <a:off x="7552944" y="2935224"/>
            <a:ext cx="320040" cy="256032"/>
          </a:xfrm>
          <a:prstGeom prst="rect">
            <a:avLst/>
          </a:prstGeom>
          <a:solidFill>
            <a:srgbClr val="FFC400">
              <a:alpha val="15000"/>
            </a:srgbClr>
          </a:solidFill>
          <a:ln w="25400">
            <a:solidFill>
              <a:srgbClr val="FF8C00"/>
            </a:solidFill>
            <a:prstDash val="solid"/>
          </a:ln>
        </p:spPr>
      </p:sp>
      <p:sp>
        <p:nvSpPr>
          <p:cNvPr id="119" name="Text 117"/>
          <p:cNvSpPr/>
          <p:nvPr/>
        </p:nvSpPr>
        <p:spPr>
          <a:xfrm>
            <a:off x="7584948" y="3031236"/>
            <a:ext cx="256032" cy="64008"/>
          </a:xfrm>
          <a:prstGeom prst="rect">
            <a:avLst/>
          </a:prstGeom>
          <a:noFill/>
          <a:ln/>
        </p:spPr>
        <p:txBody>
          <a:bodyPr wrap="square" rtlCol="0" anchor="ctr"/>
          <a:lstStyle/>
          <a:p>
            <a:pPr algn="ctr" indent="0" marL="0">
              <a:buNone/>
            </a:pPr>
            <a:r>
              <a:rPr lang="en-US" sz="500" b="1" dirty="0">
                <a:solidFill>
                  <a:srgbClr val="FF8C00"/>
                </a:solidFill>
              </a:rPr>
              <a:t>ROLLBACK</a:t>
            </a:r>
            <a:endParaRPr lang="en-US" sz="500" dirty="0"/>
          </a:p>
        </p:txBody>
      </p:sp>
      <p:sp>
        <p:nvSpPr>
          <p:cNvPr id="120" name="Shape 118"/>
          <p:cNvSpPr/>
          <p:nvPr/>
        </p:nvSpPr>
        <p:spPr>
          <a:xfrm>
            <a:off x="4526280" y="2148840"/>
            <a:ext cx="82296" cy="1828800"/>
          </a:xfrm>
          <a:prstGeom prst="rect">
            <a:avLst/>
          </a:prstGeom>
          <a:solidFill>
            <a:srgbClr val="FFC400">
              <a:alpha val="10000"/>
            </a:srgbClr>
          </a:solidFill>
          <a:ln w="38100">
            <a:solidFill>
              <a:srgbClr val="FF8C00"/>
            </a:solidFill>
            <a:prstDash val="solid"/>
          </a:ln>
        </p:spPr>
      </p:sp>
      <p:sp>
        <p:nvSpPr>
          <p:cNvPr id="121" name="Shape 119"/>
          <p:cNvSpPr/>
          <p:nvPr/>
        </p:nvSpPr>
        <p:spPr>
          <a:xfrm>
            <a:off x="7680960" y="2148840"/>
            <a:ext cx="82296" cy="1828800"/>
          </a:xfrm>
          <a:prstGeom prst="rect">
            <a:avLst/>
          </a:prstGeom>
          <a:solidFill>
            <a:srgbClr val="FFC400">
              <a:alpha val="10000"/>
            </a:srgbClr>
          </a:solidFill>
          <a:ln w="38100">
            <a:solidFill>
              <a:srgbClr val="FF8C00"/>
            </a:solidFill>
            <a:prstDash val="solid"/>
          </a:ln>
        </p:spPr>
      </p:sp>
      <p:sp>
        <p:nvSpPr>
          <p:cNvPr id="122" name="Text 120"/>
          <p:cNvSpPr/>
          <p:nvPr/>
        </p:nvSpPr>
        <p:spPr>
          <a:xfrm>
            <a:off x="5806440" y="1783080"/>
            <a:ext cx="731520" cy="137160"/>
          </a:xfrm>
          <a:prstGeom prst="rect">
            <a:avLst/>
          </a:prstGeom>
          <a:noFill/>
          <a:ln/>
        </p:spPr>
        <p:txBody>
          <a:bodyPr wrap="square" rtlCol="0" anchor="ctr"/>
          <a:lstStyle/>
          <a:p>
            <a:pPr algn="ctr" indent="0" marL="0">
              <a:buNone/>
            </a:pPr>
            <a:r>
              <a:rPr lang="en-US" sz="1000" b="1" dirty="0">
                <a:solidFill>
                  <a:srgbClr val="FFC400"/>
                </a:solidFill>
              </a:rPr>
              <a:t>GOVERNANCE</a:t>
            </a:r>
            <a:endParaRPr lang="en-US" sz="1000" dirty="0"/>
          </a:p>
        </p:txBody>
      </p:sp>
      <p:sp>
        <p:nvSpPr>
          <p:cNvPr id="123" name="Shape 121"/>
          <p:cNvSpPr/>
          <p:nvPr/>
        </p:nvSpPr>
        <p:spPr>
          <a:xfrm>
            <a:off x="5806440" y="1920240"/>
            <a:ext cx="731520" cy="137160"/>
          </a:xfrm>
          <a:prstGeom prst="rect">
            <a:avLst/>
          </a:prstGeom>
          <a:solidFill>
            <a:srgbClr val="FF8C00">
              <a:alpha val="30000"/>
            </a:srgbClr>
          </a:solidFill>
          <a:ln w="12700">
            <a:solidFill>
              <a:srgbClr val="FF8C00"/>
            </a:solidFill>
            <a:prstDash val="solid"/>
          </a:ln>
        </p:spPr>
      </p:sp>
      <p:sp>
        <p:nvSpPr>
          <p:cNvPr id="124" name="Text 122"/>
          <p:cNvSpPr/>
          <p:nvPr/>
        </p:nvSpPr>
        <p:spPr>
          <a:xfrm>
            <a:off x="5852160" y="1938528"/>
            <a:ext cx="640080" cy="9144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CONSTITUTION</a:t>
            </a:r>
            <a:endParaRPr lang="en-US" sz="500" dirty="0"/>
          </a:p>
        </p:txBody>
      </p:sp>
      <p:sp>
        <p:nvSpPr>
          <p:cNvPr id="125" name="Shape 123"/>
          <p:cNvSpPr/>
          <p:nvPr/>
        </p:nvSpPr>
        <p:spPr>
          <a:xfrm>
            <a:off x="3017520" y="3108960"/>
            <a:ext cx="3200400" cy="0"/>
          </a:xfrm>
          <a:prstGeom prst="line">
            <a:avLst/>
          </a:prstGeom>
          <a:noFill/>
          <a:ln w="25400">
            <a:solidFill>
              <a:srgbClr val="00E5FF"/>
            </a:solidFill>
            <a:prstDash val="solid"/>
          </a:ln>
        </p:spPr>
      </p:sp>
      <p:sp>
        <p:nvSpPr>
          <p:cNvPr id="126" name="Shape 124"/>
          <p:cNvSpPr/>
          <p:nvPr/>
        </p:nvSpPr>
        <p:spPr>
          <a:xfrm>
            <a:off x="5989320" y="3063240"/>
            <a:ext cx="91440" cy="91440"/>
          </a:xfrm>
          <a:prstGeom prst="triangle">
            <a:avLst/>
          </a:prstGeom>
          <a:solidFill>
            <a:srgbClr val="00E5FF">
              <a:alpha val="30000"/>
            </a:srgbClr>
          </a:solidFill>
          <a:ln w="25400">
            <a:solidFill>
              <a:srgbClr val="00E5FF"/>
            </a:solidFill>
            <a:prstDash val="solid"/>
          </a:ln>
        </p:spPr>
      </p:sp>
      <p:sp>
        <p:nvSpPr>
          <p:cNvPr id="127" name="Shape 125"/>
          <p:cNvSpPr/>
          <p:nvPr/>
        </p:nvSpPr>
        <p:spPr>
          <a:xfrm>
            <a:off x="3589020" y="2926080"/>
            <a:ext cx="365760" cy="274320"/>
          </a:xfrm>
          <a:prstGeom prst="ellipse">
            <a:avLst/>
          </a:prstGeom>
          <a:solidFill>
            <a:srgbClr val="1A1A1F">
              <a:alpha val="10000"/>
            </a:srgbClr>
          </a:solidFill>
          <a:ln w="19050">
            <a:solidFill>
              <a:srgbClr val="00E5FF"/>
            </a:solidFill>
            <a:prstDash val="solid"/>
          </a:ln>
        </p:spPr>
      </p:sp>
      <p:sp>
        <p:nvSpPr>
          <p:cNvPr id="128" name="Text 126"/>
          <p:cNvSpPr/>
          <p:nvPr/>
        </p:nvSpPr>
        <p:spPr>
          <a:xfrm>
            <a:off x="3607308" y="294436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29" name="Text 127"/>
          <p:cNvSpPr/>
          <p:nvPr/>
        </p:nvSpPr>
        <p:spPr>
          <a:xfrm>
            <a:off x="4000500" y="2944368"/>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Kernel</a:t>
            </a:r>
            <a:endParaRPr lang="en-US" sz="400" dirty="0"/>
          </a:p>
        </p:txBody>
      </p:sp>
      <p:sp>
        <p:nvSpPr>
          <p:cNvPr id="130" name="Text 128"/>
          <p:cNvSpPr/>
          <p:nvPr/>
        </p:nvSpPr>
        <p:spPr>
          <a:xfrm>
            <a:off x="3607308" y="299923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31" name="Text 129"/>
          <p:cNvSpPr/>
          <p:nvPr/>
        </p:nvSpPr>
        <p:spPr>
          <a:xfrm>
            <a:off x="4000500" y="2999232"/>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State Validated</a:t>
            </a:r>
            <a:endParaRPr lang="en-US" sz="400" dirty="0"/>
          </a:p>
        </p:txBody>
      </p:sp>
      <p:sp>
        <p:nvSpPr>
          <p:cNvPr id="132" name="Text 130"/>
          <p:cNvSpPr/>
          <p:nvPr/>
        </p:nvSpPr>
        <p:spPr>
          <a:xfrm>
            <a:off x="3607308" y="305409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33" name="Text 131"/>
          <p:cNvSpPr/>
          <p:nvPr/>
        </p:nvSpPr>
        <p:spPr>
          <a:xfrm>
            <a:off x="4000500" y="3054096"/>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0x91A</a:t>
            </a:r>
            <a:endParaRPr lang="en-US" sz="400" dirty="0"/>
          </a:p>
        </p:txBody>
      </p:sp>
      <p:sp>
        <p:nvSpPr>
          <p:cNvPr id="134" name="Text 132"/>
          <p:cNvSpPr/>
          <p:nvPr/>
        </p:nvSpPr>
        <p:spPr>
          <a:xfrm>
            <a:off x="3607308" y="310896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35" name="Text 133"/>
          <p:cNvSpPr/>
          <p:nvPr/>
        </p:nvSpPr>
        <p:spPr>
          <a:xfrm>
            <a:off x="4000500" y="3108960"/>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99.8%</a:t>
            </a:r>
            <a:endParaRPr lang="en-US" sz="400" dirty="0"/>
          </a:p>
        </p:txBody>
      </p:sp>
      <p:sp>
        <p:nvSpPr>
          <p:cNvPr id="136" name="Text 134"/>
          <p:cNvSpPr/>
          <p:nvPr/>
        </p:nvSpPr>
        <p:spPr>
          <a:xfrm>
            <a:off x="3607308" y="316382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37" name="Text 135"/>
          <p:cNvSpPr/>
          <p:nvPr/>
        </p:nvSpPr>
        <p:spPr>
          <a:xfrm>
            <a:off x="4000500" y="3163824"/>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Verified</a:t>
            </a:r>
            <a:endParaRPr lang="en-US" sz="400" dirty="0"/>
          </a:p>
        </p:txBody>
      </p:sp>
      <p:sp>
        <p:nvSpPr>
          <p:cNvPr id="138" name="Text 136"/>
          <p:cNvSpPr/>
          <p:nvPr/>
        </p:nvSpPr>
        <p:spPr>
          <a:xfrm>
            <a:off x="3607308" y="321868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39" name="Text 137"/>
          <p:cNvSpPr/>
          <p:nvPr/>
        </p:nvSpPr>
        <p:spPr>
          <a:xfrm>
            <a:off x="4000500" y="3218688"/>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T+184</a:t>
            </a:r>
            <a:endParaRPr lang="en-US" sz="400" dirty="0"/>
          </a:p>
        </p:txBody>
      </p:sp>
      <p:sp>
        <p:nvSpPr>
          <p:cNvPr id="140" name="Shape 138"/>
          <p:cNvSpPr/>
          <p:nvPr/>
        </p:nvSpPr>
        <p:spPr>
          <a:xfrm>
            <a:off x="3918204" y="3163824"/>
            <a:ext cx="27432" cy="27432"/>
          </a:xfrm>
          <a:prstGeom prst="ellipse">
            <a:avLst/>
          </a:prstGeom>
          <a:solidFill>
            <a:srgbClr val="00FF00">
              <a:alpha val="30000"/>
            </a:srgbClr>
          </a:solidFill>
          <a:ln w="12700">
            <a:solidFill>
              <a:srgbClr val="00FF00"/>
            </a:solidFill>
            <a:prstDash val="solid"/>
          </a:ln>
        </p:spPr>
      </p:sp>
      <p:sp>
        <p:nvSpPr>
          <p:cNvPr id="141" name="Shape 139"/>
          <p:cNvSpPr/>
          <p:nvPr/>
        </p:nvSpPr>
        <p:spPr>
          <a:xfrm>
            <a:off x="4389120" y="2926080"/>
            <a:ext cx="365760" cy="274320"/>
          </a:xfrm>
          <a:prstGeom prst="ellipse">
            <a:avLst/>
          </a:prstGeom>
          <a:solidFill>
            <a:srgbClr val="1A1A1F">
              <a:alpha val="10000"/>
            </a:srgbClr>
          </a:solidFill>
          <a:ln w="19050">
            <a:solidFill>
              <a:srgbClr val="00E5FF"/>
            </a:solidFill>
            <a:prstDash val="solid"/>
          </a:ln>
        </p:spPr>
      </p:sp>
      <p:sp>
        <p:nvSpPr>
          <p:cNvPr id="142" name="Text 140"/>
          <p:cNvSpPr/>
          <p:nvPr/>
        </p:nvSpPr>
        <p:spPr>
          <a:xfrm>
            <a:off x="4407408" y="294436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43" name="Text 141"/>
          <p:cNvSpPr/>
          <p:nvPr/>
        </p:nvSpPr>
        <p:spPr>
          <a:xfrm>
            <a:off x="4800600" y="2944368"/>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Kernel</a:t>
            </a:r>
            <a:endParaRPr lang="en-US" sz="400" dirty="0"/>
          </a:p>
        </p:txBody>
      </p:sp>
      <p:sp>
        <p:nvSpPr>
          <p:cNvPr id="144" name="Text 142"/>
          <p:cNvSpPr/>
          <p:nvPr/>
        </p:nvSpPr>
        <p:spPr>
          <a:xfrm>
            <a:off x="4407408" y="299923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45" name="Text 143"/>
          <p:cNvSpPr/>
          <p:nvPr/>
        </p:nvSpPr>
        <p:spPr>
          <a:xfrm>
            <a:off x="4800600" y="2999232"/>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State Validated</a:t>
            </a:r>
            <a:endParaRPr lang="en-US" sz="400" dirty="0"/>
          </a:p>
        </p:txBody>
      </p:sp>
      <p:sp>
        <p:nvSpPr>
          <p:cNvPr id="146" name="Text 144"/>
          <p:cNvSpPr/>
          <p:nvPr/>
        </p:nvSpPr>
        <p:spPr>
          <a:xfrm>
            <a:off x="4407408" y="305409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47" name="Text 145"/>
          <p:cNvSpPr/>
          <p:nvPr/>
        </p:nvSpPr>
        <p:spPr>
          <a:xfrm>
            <a:off x="4800600" y="3054096"/>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0x91A</a:t>
            </a:r>
            <a:endParaRPr lang="en-US" sz="400" dirty="0"/>
          </a:p>
        </p:txBody>
      </p:sp>
      <p:sp>
        <p:nvSpPr>
          <p:cNvPr id="148" name="Text 146"/>
          <p:cNvSpPr/>
          <p:nvPr/>
        </p:nvSpPr>
        <p:spPr>
          <a:xfrm>
            <a:off x="4407408" y="310896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49" name="Text 147"/>
          <p:cNvSpPr/>
          <p:nvPr/>
        </p:nvSpPr>
        <p:spPr>
          <a:xfrm>
            <a:off x="4800600" y="3108960"/>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99.8%</a:t>
            </a:r>
            <a:endParaRPr lang="en-US" sz="400" dirty="0"/>
          </a:p>
        </p:txBody>
      </p:sp>
      <p:sp>
        <p:nvSpPr>
          <p:cNvPr id="150" name="Text 148"/>
          <p:cNvSpPr/>
          <p:nvPr/>
        </p:nvSpPr>
        <p:spPr>
          <a:xfrm>
            <a:off x="4407408" y="316382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51" name="Text 149"/>
          <p:cNvSpPr/>
          <p:nvPr/>
        </p:nvSpPr>
        <p:spPr>
          <a:xfrm>
            <a:off x="4800600" y="3163824"/>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Verified</a:t>
            </a:r>
            <a:endParaRPr lang="en-US" sz="400" dirty="0"/>
          </a:p>
        </p:txBody>
      </p:sp>
      <p:sp>
        <p:nvSpPr>
          <p:cNvPr id="152" name="Text 150"/>
          <p:cNvSpPr/>
          <p:nvPr/>
        </p:nvSpPr>
        <p:spPr>
          <a:xfrm>
            <a:off x="4407408" y="321868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53" name="Text 151"/>
          <p:cNvSpPr/>
          <p:nvPr/>
        </p:nvSpPr>
        <p:spPr>
          <a:xfrm>
            <a:off x="4800600" y="3218688"/>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T+184</a:t>
            </a:r>
            <a:endParaRPr lang="en-US" sz="400" dirty="0"/>
          </a:p>
        </p:txBody>
      </p:sp>
      <p:sp>
        <p:nvSpPr>
          <p:cNvPr id="154" name="Shape 152"/>
          <p:cNvSpPr/>
          <p:nvPr/>
        </p:nvSpPr>
        <p:spPr>
          <a:xfrm>
            <a:off x="4718304" y="3163824"/>
            <a:ext cx="27432" cy="27432"/>
          </a:xfrm>
          <a:prstGeom prst="ellipse">
            <a:avLst/>
          </a:prstGeom>
          <a:solidFill>
            <a:srgbClr val="00FF00">
              <a:alpha val="30000"/>
            </a:srgbClr>
          </a:solidFill>
          <a:ln w="12700">
            <a:solidFill>
              <a:srgbClr val="00FF00"/>
            </a:solidFill>
            <a:prstDash val="solid"/>
          </a:ln>
        </p:spPr>
      </p:sp>
      <p:sp>
        <p:nvSpPr>
          <p:cNvPr id="155" name="Shape 153"/>
          <p:cNvSpPr/>
          <p:nvPr/>
        </p:nvSpPr>
        <p:spPr>
          <a:xfrm>
            <a:off x="5189220" y="2926080"/>
            <a:ext cx="365760" cy="274320"/>
          </a:xfrm>
          <a:prstGeom prst="ellipse">
            <a:avLst/>
          </a:prstGeom>
          <a:solidFill>
            <a:srgbClr val="1A1A1F">
              <a:alpha val="10000"/>
            </a:srgbClr>
          </a:solidFill>
          <a:ln w="19050">
            <a:solidFill>
              <a:srgbClr val="00E5FF"/>
            </a:solidFill>
            <a:prstDash val="solid"/>
          </a:ln>
        </p:spPr>
      </p:sp>
      <p:sp>
        <p:nvSpPr>
          <p:cNvPr id="156" name="Text 154"/>
          <p:cNvSpPr/>
          <p:nvPr/>
        </p:nvSpPr>
        <p:spPr>
          <a:xfrm>
            <a:off x="5207508" y="294436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OWNER:</a:t>
            </a:r>
            <a:endParaRPr lang="en-US" sz="400" dirty="0"/>
          </a:p>
        </p:txBody>
      </p:sp>
      <p:sp>
        <p:nvSpPr>
          <p:cNvPr id="157" name="Text 155"/>
          <p:cNvSpPr/>
          <p:nvPr/>
        </p:nvSpPr>
        <p:spPr>
          <a:xfrm>
            <a:off x="5600700" y="2944368"/>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Kernel</a:t>
            </a:r>
            <a:endParaRPr lang="en-US" sz="400" dirty="0"/>
          </a:p>
        </p:txBody>
      </p:sp>
      <p:sp>
        <p:nvSpPr>
          <p:cNvPr id="158" name="Text 156"/>
          <p:cNvSpPr/>
          <p:nvPr/>
        </p:nvSpPr>
        <p:spPr>
          <a:xfrm>
            <a:off x="5207508" y="2999232"/>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CLAIM:</a:t>
            </a:r>
            <a:endParaRPr lang="en-US" sz="400" dirty="0"/>
          </a:p>
        </p:txBody>
      </p:sp>
      <p:sp>
        <p:nvSpPr>
          <p:cNvPr id="159" name="Text 157"/>
          <p:cNvSpPr/>
          <p:nvPr/>
        </p:nvSpPr>
        <p:spPr>
          <a:xfrm>
            <a:off x="5600700" y="2999232"/>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State Validated</a:t>
            </a:r>
            <a:endParaRPr lang="en-US" sz="400" dirty="0"/>
          </a:p>
        </p:txBody>
      </p:sp>
      <p:sp>
        <p:nvSpPr>
          <p:cNvPr id="160" name="Text 158"/>
          <p:cNvSpPr/>
          <p:nvPr/>
        </p:nvSpPr>
        <p:spPr>
          <a:xfrm>
            <a:off x="5207508" y="3054096"/>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EVIDENCE:</a:t>
            </a:r>
            <a:endParaRPr lang="en-US" sz="400" dirty="0"/>
          </a:p>
        </p:txBody>
      </p:sp>
      <p:sp>
        <p:nvSpPr>
          <p:cNvPr id="161" name="Text 159"/>
          <p:cNvSpPr/>
          <p:nvPr/>
        </p:nvSpPr>
        <p:spPr>
          <a:xfrm>
            <a:off x="5600700" y="3054096"/>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Hash 0x91A</a:t>
            </a:r>
            <a:endParaRPr lang="en-US" sz="400" dirty="0"/>
          </a:p>
        </p:txBody>
      </p:sp>
      <p:sp>
        <p:nvSpPr>
          <p:cNvPr id="162" name="Text 160"/>
          <p:cNvSpPr/>
          <p:nvPr/>
        </p:nvSpPr>
        <p:spPr>
          <a:xfrm>
            <a:off x="5207508" y="3108960"/>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CONFIDENCE:</a:t>
            </a:r>
            <a:endParaRPr lang="en-US" sz="400" dirty="0"/>
          </a:p>
        </p:txBody>
      </p:sp>
      <p:sp>
        <p:nvSpPr>
          <p:cNvPr id="163" name="Text 161"/>
          <p:cNvSpPr/>
          <p:nvPr/>
        </p:nvSpPr>
        <p:spPr>
          <a:xfrm>
            <a:off x="5600700" y="3108960"/>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99.8%</a:t>
            </a:r>
            <a:endParaRPr lang="en-US" sz="400" dirty="0"/>
          </a:p>
        </p:txBody>
      </p:sp>
      <p:sp>
        <p:nvSpPr>
          <p:cNvPr id="164" name="Text 162"/>
          <p:cNvSpPr/>
          <p:nvPr/>
        </p:nvSpPr>
        <p:spPr>
          <a:xfrm>
            <a:off x="5207508" y="3163824"/>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STATUS:</a:t>
            </a:r>
            <a:endParaRPr lang="en-US" sz="400" dirty="0"/>
          </a:p>
        </p:txBody>
      </p:sp>
      <p:sp>
        <p:nvSpPr>
          <p:cNvPr id="165" name="Text 163"/>
          <p:cNvSpPr/>
          <p:nvPr/>
        </p:nvSpPr>
        <p:spPr>
          <a:xfrm>
            <a:off x="5600700" y="3163824"/>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Verified</a:t>
            </a:r>
            <a:endParaRPr lang="en-US" sz="400" dirty="0"/>
          </a:p>
        </p:txBody>
      </p:sp>
      <p:sp>
        <p:nvSpPr>
          <p:cNvPr id="166" name="Text 164"/>
          <p:cNvSpPr/>
          <p:nvPr/>
        </p:nvSpPr>
        <p:spPr>
          <a:xfrm>
            <a:off x="5207508" y="3218688"/>
            <a:ext cx="365760" cy="45720"/>
          </a:xfrm>
          <a:prstGeom prst="rect">
            <a:avLst/>
          </a:prstGeom>
          <a:noFill/>
          <a:ln/>
        </p:spPr>
        <p:txBody>
          <a:bodyPr wrap="square" rtlCol="0" anchor="ctr"/>
          <a:lstStyle/>
          <a:p>
            <a:pPr indent="0" marL="0">
              <a:buNone/>
            </a:pPr>
            <a:r>
              <a:rPr lang="en-US" sz="400" dirty="0">
                <a:solidFill>
                  <a:srgbClr val="00E5FF"/>
                </a:solidFill>
                <a:latin typeface="Courier New" pitchFamily="34" charset="0"/>
                <a:ea typeface="Courier New" pitchFamily="34" charset="-122"/>
                <a:cs typeface="Courier New" pitchFamily="34" charset="-120"/>
              </a:rPr>
              <a:t>TIMESTAMP:</a:t>
            </a:r>
            <a:endParaRPr lang="en-US" sz="400" dirty="0"/>
          </a:p>
        </p:txBody>
      </p:sp>
      <p:sp>
        <p:nvSpPr>
          <p:cNvPr id="167" name="Text 165"/>
          <p:cNvSpPr/>
          <p:nvPr/>
        </p:nvSpPr>
        <p:spPr>
          <a:xfrm>
            <a:off x="5600700" y="3218688"/>
            <a:ext cx="-91440" cy="45720"/>
          </a:xfrm>
          <a:prstGeom prst="rect">
            <a:avLst/>
          </a:prstGeom>
          <a:noFill/>
          <a:ln/>
        </p:spPr>
        <p:txBody>
          <a:bodyPr wrap="square" rtlCol="0" anchor="ctr"/>
          <a:lstStyle/>
          <a:p>
            <a:pPr indent="0" marL="0">
              <a:buNone/>
            </a:pPr>
            <a:r>
              <a:rPr lang="en-US" sz="400" dirty="0">
                <a:solidFill>
                  <a:srgbClr val="CCCCCC"/>
                </a:solidFill>
                <a:latin typeface="Courier New" pitchFamily="34" charset="0"/>
                <a:ea typeface="Courier New" pitchFamily="34" charset="-122"/>
                <a:cs typeface="Courier New" pitchFamily="34" charset="-120"/>
              </a:rPr>
              <a:t>T+184</a:t>
            </a:r>
            <a:endParaRPr lang="en-US" sz="400" dirty="0"/>
          </a:p>
        </p:txBody>
      </p:sp>
      <p:sp>
        <p:nvSpPr>
          <p:cNvPr id="168" name="Shape 166"/>
          <p:cNvSpPr/>
          <p:nvPr/>
        </p:nvSpPr>
        <p:spPr>
          <a:xfrm>
            <a:off x="5518404" y="3163824"/>
            <a:ext cx="27432" cy="27432"/>
          </a:xfrm>
          <a:prstGeom prst="ellipse">
            <a:avLst/>
          </a:prstGeom>
          <a:solidFill>
            <a:srgbClr val="00FF00">
              <a:alpha val="30000"/>
            </a:srgbClr>
          </a:solidFill>
          <a:ln w="12700">
            <a:solidFill>
              <a:srgbClr val="00FF00"/>
            </a:solidFill>
            <a:prstDash val="solid"/>
          </a:ln>
        </p:spPr>
      </p:sp>
      <p:sp>
        <p:nvSpPr>
          <p:cNvPr id="169" name="Shape 167"/>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170" name="Text 168"/>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171" name="Shape 169"/>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172" name="Shape 170"/>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173" name="Text 171"/>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174" name="Shape 172"/>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175" name="Shape 173"/>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176" name="Shape 174"/>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177" name="Text 175"/>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178" name="Shape 176"/>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179" name="Text 177"/>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180" name="Shape 178"/>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181" name="Text 179"/>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182" name="Text 180"/>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The system visibly demonstrates failure handling. Rejected states flow to Rejection Sink. Rollbacks are triggered by Governance. Verification failures and constraint violations are logged. Ownership conflicts are routed to Failure Channel. All failure routes use red dashed lines and occupy permanent map space with dedicated destinations: Rejection Sink, Rollback Vault, Violation Log, Failure Channel, Ownership Conflict Zone.</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A0A0F">
              <a:alpha val="0"/>
            </a:srgbClr>
          </a:solidFill>
          <a:ln w="6350">
            <a:solidFill>
              <a:srgbClr val="1A1A1F"/>
            </a:solidFill>
            <a:prstDash val="solid"/>
          </a:ln>
        </p:spPr>
      </p:sp>
      <p:sp>
        <p:nvSpPr>
          <p:cNvPr id="3" name="Shape 1"/>
          <p:cNvSpPr/>
          <p:nvPr/>
        </p:nvSpPr>
        <p:spPr>
          <a:xfrm>
            <a:off x="5535054" y="590004"/>
            <a:ext cx="22126" cy="22126"/>
          </a:xfrm>
          <a:prstGeom prst="ellipse">
            <a:avLst/>
          </a:prstGeom>
          <a:solidFill>
            <a:srgbClr val="FFFFFF">
              <a:alpha val="10000"/>
            </a:srgbClr>
          </a:solidFill>
          <a:ln w="12700">
            <a:solidFill>
              <a:srgbClr val="FFFFFF"/>
            </a:solidFill>
            <a:prstDash val="solid"/>
          </a:ln>
        </p:spPr>
      </p:sp>
      <p:sp>
        <p:nvSpPr>
          <p:cNvPr id="4" name="Shape 2"/>
          <p:cNvSpPr/>
          <p:nvPr/>
        </p:nvSpPr>
        <p:spPr>
          <a:xfrm>
            <a:off x="820436" y="2249048"/>
            <a:ext cx="11298" cy="11298"/>
          </a:xfrm>
          <a:prstGeom prst="ellipse">
            <a:avLst/>
          </a:prstGeom>
          <a:solidFill>
            <a:srgbClr val="FFFFFF">
              <a:alpha val="10000"/>
            </a:srgbClr>
          </a:solidFill>
          <a:ln w="12700">
            <a:solidFill>
              <a:srgbClr val="FFFFFF"/>
            </a:solidFill>
            <a:prstDash val="solid"/>
          </a:ln>
        </p:spPr>
      </p:sp>
      <p:sp>
        <p:nvSpPr>
          <p:cNvPr id="5" name="Shape 3"/>
          <p:cNvSpPr/>
          <p:nvPr/>
        </p:nvSpPr>
        <p:spPr>
          <a:xfrm>
            <a:off x="1047028" y="6725588"/>
            <a:ext cx="32226" cy="32226"/>
          </a:xfrm>
          <a:prstGeom prst="ellipse">
            <a:avLst/>
          </a:prstGeom>
          <a:solidFill>
            <a:srgbClr val="FFFFFF">
              <a:alpha val="10000"/>
            </a:srgbClr>
          </a:solidFill>
          <a:ln w="12700">
            <a:solidFill>
              <a:srgbClr val="FFFFFF"/>
            </a:solidFill>
            <a:prstDash val="solid"/>
          </a:ln>
        </p:spPr>
      </p:sp>
      <p:sp>
        <p:nvSpPr>
          <p:cNvPr id="6" name="Shape 4"/>
          <p:cNvSpPr/>
          <p:nvPr/>
        </p:nvSpPr>
        <p:spPr>
          <a:xfrm>
            <a:off x="2570945" y="5011958"/>
            <a:ext cx="11582" cy="11582"/>
          </a:xfrm>
          <a:prstGeom prst="ellipse">
            <a:avLst/>
          </a:prstGeom>
          <a:solidFill>
            <a:srgbClr val="FFFFFF">
              <a:alpha val="10000"/>
            </a:srgbClr>
          </a:solidFill>
          <a:ln w="12700">
            <a:solidFill>
              <a:srgbClr val="FFFFFF"/>
            </a:solidFill>
            <a:prstDash val="solid"/>
          </a:ln>
        </p:spPr>
      </p:sp>
      <p:sp>
        <p:nvSpPr>
          <p:cNvPr id="7" name="Shape 5"/>
          <p:cNvSpPr/>
          <p:nvPr/>
        </p:nvSpPr>
        <p:spPr>
          <a:xfrm>
            <a:off x="7488589" y="4378644"/>
            <a:ext cx="23328" cy="23328"/>
          </a:xfrm>
          <a:prstGeom prst="ellipse">
            <a:avLst/>
          </a:prstGeom>
          <a:solidFill>
            <a:srgbClr val="FFFFFF">
              <a:alpha val="10000"/>
            </a:srgbClr>
          </a:solidFill>
          <a:ln w="12700">
            <a:solidFill>
              <a:srgbClr val="FFFFFF"/>
            </a:solidFill>
            <a:prstDash val="solid"/>
          </a:ln>
        </p:spPr>
      </p:sp>
      <p:sp>
        <p:nvSpPr>
          <p:cNvPr id="8" name="Shape 6"/>
          <p:cNvSpPr/>
          <p:nvPr/>
        </p:nvSpPr>
        <p:spPr>
          <a:xfrm>
            <a:off x="301175" y="4421286"/>
            <a:ext cx="16566" cy="16566"/>
          </a:xfrm>
          <a:prstGeom prst="ellipse">
            <a:avLst/>
          </a:prstGeom>
          <a:solidFill>
            <a:srgbClr val="FFFFFF">
              <a:alpha val="10000"/>
            </a:srgbClr>
          </a:solidFill>
          <a:ln w="12700">
            <a:solidFill>
              <a:srgbClr val="FFFFFF"/>
            </a:solidFill>
            <a:prstDash val="solid"/>
          </a:ln>
        </p:spPr>
      </p:sp>
      <p:sp>
        <p:nvSpPr>
          <p:cNvPr id="9" name="Shape 7"/>
          <p:cNvSpPr/>
          <p:nvPr/>
        </p:nvSpPr>
        <p:spPr>
          <a:xfrm>
            <a:off x="1446870" y="339679"/>
            <a:ext cx="12157" cy="12157"/>
          </a:xfrm>
          <a:prstGeom prst="ellipse">
            <a:avLst/>
          </a:prstGeom>
          <a:solidFill>
            <a:srgbClr val="FFFFFF">
              <a:alpha val="10000"/>
            </a:srgbClr>
          </a:solidFill>
          <a:ln w="12700">
            <a:solidFill>
              <a:srgbClr val="FFFFFF"/>
            </a:solidFill>
            <a:prstDash val="solid"/>
          </a:ln>
        </p:spPr>
      </p:sp>
      <p:sp>
        <p:nvSpPr>
          <p:cNvPr id="10" name="Shape 8"/>
          <p:cNvSpPr/>
          <p:nvPr/>
        </p:nvSpPr>
        <p:spPr>
          <a:xfrm>
            <a:off x="522312" y="5738049"/>
            <a:ext cx="26143" cy="26143"/>
          </a:xfrm>
          <a:prstGeom prst="ellipse">
            <a:avLst/>
          </a:prstGeom>
          <a:solidFill>
            <a:srgbClr val="FFFFFF">
              <a:alpha val="10000"/>
            </a:srgbClr>
          </a:solidFill>
          <a:ln w="12700">
            <a:solidFill>
              <a:srgbClr val="FFFFFF"/>
            </a:solidFill>
            <a:prstDash val="solid"/>
          </a:ln>
        </p:spPr>
      </p:sp>
      <p:sp>
        <p:nvSpPr>
          <p:cNvPr id="11" name="Shape 9"/>
          <p:cNvSpPr/>
          <p:nvPr/>
        </p:nvSpPr>
        <p:spPr>
          <a:xfrm>
            <a:off x="5698494" y="2464563"/>
            <a:ext cx="14120" cy="14120"/>
          </a:xfrm>
          <a:prstGeom prst="ellipse">
            <a:avLst/>
          </a:prstGeom>
          <a:solidFill>
            <a:srgbClr val="FFFFFF">
              <a:alpha val="10000"/>
            </a:srgbClr>
          </a:solidFill>
          <a:ln w="12700">
            <a:solidFill>
              <a:srgbClr val="FFFFFF"/>
            </a:solidFill>
            <a:prstDash val="solid"/>
          </a:ln>
        </p:spPr>
      </p:sp>
      <p:sp>
        <p:nvSpPr>
          <p:cNvPr id="12" name="Shape 10"/>
          <p:cNvSpPr/>
          <p:nvPr/>
        </p:nvSpPr>
        <p:spPr>
          <a:xfrm>
            <a:off x="5688581" y="5257440"/>
            <a:ext cx="31061" cy="31061"/>
          </a:xfrm>
          <a:prstGeom prst="ellipse">
            <a:avLst/>
          </a:prstGeom>
          <a:solidFill>
            <a:srgbClr val="FFFFFF">
              <a:alpha val="10000"/>
            </a:srgbClr>
          </a:solidFill>
          <a:ln w="12700">
            <a:solidFill>
              <a:srgbClr val="FFFFFF"/>
            </a:solidFill>
            <a:prstDash val="solid"/>
          </a:ln>
        </p:spPr>
      </p:sp>
      <p:sp>
        <p:nvSpPr>
          <p:cNvPr id="13" name="Shape 11"/>
          <p:cNvSpPr/>
          <p:nvPr/>
        </p:nvSpPr>
        <p:spPr>
          <a:xfrm>
            <a:off x="6883134" y="2807546"/>
            <a:ext cx="9217" cy="9217"/>
          </a:xfrm>
          <a:prstGeom prst="ellipse">
            <a:avLst/>
          </a:prstGeom>
          <a:solidFill>
            <a:srgbClr val="FFFFFF">
              <a:alpha val="10000"/>
            </a:srgbClr>
          </a:solidFill>
          <a:ln w="12700">
            <a:solidFill>
              <a:srgbClr val="FFFFFF"/>
            </a:solidFill>
            <a:prstDash val="solid"/>
          </a:ln>
        </p:spPr>
      </p:sp>
      <p:sp>
        <p:nvSpPr>
          <p:cNvPr id="14" name="Shape 12"/>
          <p:cNvSpPr/>
          <p:nvPr/>
        </p:nvSpPr>
        <p:spPr>
          <a:xfrm>
            <a:off x="6749178" y="2873776"/>
            <a:ext cx="15204" cy="15204"/>
          </a:xfrm>
          <a:prstGeom prst="ellipse">
            <a:avLst/>
          </a:prstGeom>
          <a:solidFill>
            <a:srgbClr val="FFFFFF">
              <a:alpha val="10000"/>
            </a:srgbClr>
          </a:solidFill>
          <a:ln w="12700">
            <a:solidFill>
              <a:srgbClr val="FFFFFF"/>
            </a:solidFill>
            <a:prstDash val="solid"/>
          </a:ln>
        </p:spPr>
      </p:sp>
      <p:sp>
        <p:nvSpPr>
          <p:cNvPr id="15" name="Shape 13"/>
          <p:cNvSpPr/>
          <p:nvPr/>
        </p:nvSpPr>
        <p:spPr>
          <a:xfrm>
            <a:off x="807704" y="5602252"/>
            <a:ext cx="27484" cy="27484"/>
          </a:xfrm>
          <a:prstGeom prst="ellipse">
            <a:avLst/>
          </a:prstGeom>
          <a:solidFill>
            <a:srgbClr val="FFFFFF">
              <a:alpha val="10000"/>
            </a:srgbClr>
          </a:solidFill>
          <a:ln w="12700">
            <a:solidFill>
              <a:srgbClr val="FFFFFF"/>
            </a:solidFill>
            <a:prstDash val="solid"/>
          </a:ln>
        </p:spPr>
      </p:sp>
      <p:sp>
        <p:nvSpPr>
          <p:cNvPr id="16" name="Shape 14"/>
          <p:cNvSpPr/>
          <p:nvPr/>
        </p:nvSpPr>
        <p:spPr>
          <a:xfrm>
            <a:off x="8284910" y="6787940"/>
            <a:ext cx="22066" cy="22066"/>
          </a:xfrm>
          <a:prstGeom prst="ellipse">
            <a:avLst/>
          </a:prstGeom>
          <a:solidFill>
            <a:srgbClr val="FFFFFF">
              <a:alpha val="10000"/>
            </a:srgbClr>
          </a:solidFill>
          <a:ln w="12700">
            <a:solidFill>
              <a:srgbClr val="FFFFFF"/>
            </a:solidFill>
            <a:prstDash val="solid"/>
          </a:ln>
        </p:spPr>
      </p:sp>
      <p:sp>
        <p:nvSpPr>
          <p:cNvPr id="17" name="Shape 15"/>
          <p:cNvSpPr/>
          <p:nvPr/>
        </p:nvSpPr>
        <p:spPr>
          <a:xfrm>
            <a:off x="2433221" y="1166530"/>
            <a:ext cx="20596" cy="20596"/>
          </a:xfrm>
          <a:prstGeom prst="ellipse">
            <a:avLst/>
          </a:prstGeom>
          <a:solidFill>
            <a:srgbClr val="FFFFFF">
              <a:alpha val="10000"/>
            </a:srgbClr>
          </a:solidFill>
          <a:ln w="12700">
            <a:solidFill>
              <a:srgbClr val="FFFFFF"/>
            </a:solidFill>
            <a:prstDash val="solid"/>
          </a:ln>
        </p:spPr>
      </p:sp>
      <p:sp>
        <p:nvSpPr>
          <p:cNvPr id="18" name="Shape 16"/>
          <p:cNvSpPr/>
          <p:nvPr/>
        </p:nvSpPr>
        <p:spPr>
          <a:xfrm>
            <a:off x="4908146" y="265029"/>
            <a:ext cx="27778" cy="27778"/>
          </a:xfrm>
          <a:prstGeom prst="ellipse">
            <a:avLst/>
          </a:prstGeom>
          <a:solidFill>
            <a:srgbClr val="FFFFFF">
              <a:alpha val="10000"/>
            </a:srgbClr>
          </a:solidFill>
          <a:ln w="12700">
            <a:solidFill>
              <a:srgbClr val="FFFFFF"/>
            </a:solidFill>
            <a:prstDash val="solid"/>
          </a:ln>
        </p:spPr>
      </p:sp>
      <p:sp>
        <p:nvSpPr>
          <p:cNvPr id="19" name="Shape 17"/>
          <p:cNvSpPr/>
          <p:nvPr/>
        </p:nvSpPr>
        <p:spPr>
          <a:xfrm>
            <a:off x="1581493" y="3815179"/>
            <a:ext cx="18988" cy="18988"/>
          </a:xfrm>
          <a:prstGeom prst="ellipse">
            <a:avLst/>
          </a:prstGeom>
          <a:solidFill>
            <a:srgbClr val="FFFFFF">
              <a:alpha val="10000"/>
            </a:srgbClr>
          </a:solidFill>
          <a:ln w="12700">
            <a:solidFill>
              <a:srgbClr val="FFFFFF"/>
            </a:solidFill>
            <a:prstDash val="solid"/>
          </a:ln>
        </p:spPr>
      </p:sp>
      <p:sp>
        <p:nvSpPr>
          <p:cNvPr id="20" name="Shape 18"/>
          <p:cNvSpPr/>
          <p:nvPr/>
        </p:nvSpPr>
        <p:spPr>
          <a:xfrm>
            <a:off x="4591211" y="5856204"/>
            <a:ext cx="30443" cy="30443"/>
          </a:xfrm>
          <a:prstGeom prst="ellipse">
            <a:avLst/>
          </a:prstGeom>
          <a:solidFill>
            <a:srgbClr val="FFFFFF">
              <a:alpha val="10000"/>
            </a:srgbClr>
          </a:solidFill>
          <a:ln w="12700">
            <a:solidFill>
              <a:srgbClr val="FFFFFF"/>
            </a:solidFill>
            <a:prstDash val="solid"/>
          </a:ln>
        </p:spPr>
      </p:sp>
      <p:sp>
        <p:nvSpPr>
          <p:cNvPr id="21" name="Shape 19"/>
          <p:cNvSpPr/>
          <p:nvPr/>
        </p:nvSpPr>
        <p:spPr>
          <a:xfrm>
            <a:off x="8467229" y="1918216"/>
            <a:ext cx="31476" cy="31476"/>
          </a:xfrm>
          <a:prstGeom prst="ellipse">
            <a:avLst/>
          </a:prstGeom>
          <a:solidFill>
            <a:srgbClr val="FFFFFF">
              <a:alpha val="10000"/>
            </a:srgbClr>
          </a:solidFill>
          <a:ln w="12700">
            <a:solidFill>
              <a:srgbClr val="FFFFFF"/>
            </a:solidFill>
            <a:prstDash val="solid"/>
          </a:ln>
        </p:spPr>
      </p:sp>
      <p:sp>
        <p:nvSpPr>
          <p:cNvPr id="22" name="Shape 20"/>
          <p:cNvSpPr/>
          <p:nvPr/>
        </p:nvSpPr>
        <p:spPr>
          <a:xfrm>
            <a:off x="7299153" y="2091378"/>
            <a:ext cx="16602" cy="16602"/>
          </a:xfrm>
          <a:prstGeom prst="ellipse">
            <a:avLst/>
          </a:prstGeom>
          <a:solidFill>
            <a:srgbClr val="FFFFFF">
              <a:alpha val="10000"/>
            </a:srgbClr>
          </a:solidFill>
          <a:ln w="12700">
            <a:solidFill>
              <a:srgbClr val="FFFFFF"/>
            </a:solidFill>
            <a:prstDash val="solid"/>
          </a:ln>
        </p:spPr>
      </p:sp>
      <p:sp>
        <p:nvSpPr>
          <p:cNvPr id="23" name="Shape 21"/>
          <p:cNvSpPr/>
          <p:nvPr/>
        </p:nvSpPr>
        <p:spPr>
          <a:xfrm>
            <a:off x="7593800" y="3193213"/>
            <a:ext cx="17017" cy="17017"/>
          </a:xfrm>
          <a:prstGeom prst="ellipse">
            <a:avLst/>
          </a:prstGeom>
          <a:solidFill>
            <a:srgbClr val="FFFFFF">
              <a:alpha val="10000"/>
            </a:srgbClr>
          </a:solidFill>
          <a:ln w="12700">
            <a:solidFill>
              <a:srgbClr val="FFFFFF"/>
            </a:solidFill>
            <a:prstDash val="solid"/>
          </a:ln>
        </p:spPr>
      </p:sp>
      <p:sp>
        <p:nvSpPr>
          <p:cNvPr id="24" name="Shape 22"/>
          <p:cNvSpPr/>
          <p:nvPr/>
        </p:nvSpPr>
        <p:spPr>
          <a:xfrm>
            <a:off x="8431565" y="313441"/>
            <a:ext cx="11517" cy="11517"/>
          </a:xfrm>
          <a:prstGeom prst="ellipse">
            <a:avLst/>
          </a:prstGeom>
          <a:solidFill>
            <a:srgbClr val="FFFFFF">
              <a:alpha val="10000"/>
            </a:srgbClr>
          </a:solidFill>
          <a:ln w="12700">
            <a:solidFill>
              <a:srgbClr val="FFFFFF"/>
            </a:solidFill>
            <a:prstDash val="solid"/>
          </a:ln>
        </p:spPr>
      </p:sp>
      <p:sp>
        <p:nvSpPr>
          <p:cNvPr id="25" name="Shape 23"/>
          <p:cNvSpPr/>
          <p:nvPr/>
        </p:nvSpPr>
        <p:spPr>
          <a:xfrm>
            <a:off x="6425119" y="4416850"/>
            <a:ext cx="27091" cy="27091"/>
          </a:xfrm>
          <a:prstGeom prst="ellipse">
            <a:avLst/>
          </a:prstGeom>
          <a:solidFill>
            <a:srgbClr val="FFFFFF">
              <a:alpha val="10000"/>
            </a:srgbClr>
          </a:solidFill>
          <a:ln w="12700">
            <a:solidFill>
              <a:srgbClr val="FFFFFF"/>
            </a:solidFill>
            <a:prstDash val="solid"/>
          </a:ln>
        </p:spPr>
      </p:sp>
      <p:sp>
        <p:nvSpPr>
          <p:cNvPr id="26" name="Shape 24"/>
          <p:cNvSpPr/>
          <p:nvPr/>
        </p:nvSpPr>
        <p:spPr>
          <a:xfrm>
            <a:off x="7198864" y="2091489"/>
            <a:ext cx="26403" cy="26403"/>
          </a:xfrm>
          <a:prstGeom prst="ellipse">
            <a:avLst/>
          </a:prstGeom>
          <a:solidFill>
            <a:srgbClr val="FFFFFF">
              <a:alpha val="10000"/>
            </a:srgbClr>
          </a:solidFill>
          <a:ln w="12700">
            <a:solidFill>
              <a:srgbClr val="FFFFFF"/>
            </a:solidFill>
            <a:prstDash val="solid"/>
          </a:ln>
        </p:spPr>
      </p:sp>
      <p:sp>
        <p:nvSpPr>
          <p:cNvPr id="27" name="Shape 25"/>
          <p:cNvSpPr/>
          <p:nvPr/>
        </p:nvSpPr>
        <p:spPr>
          <a:xfrm>
            <a:off x="3692126" y="4855895"/>
            <a:ext cx="24796" cy="24796"/>
          </a:xfrm>
          <a:prstGeom prst="ellipse">
            <a:avLst/>
          </a:prstGeom>
          <a:solidFill>
            <a:srgbClr val="FFFFFF">
              <a:alpha val="10000"/>
            </a:srgbClr>
          </a:solidFill>
          <a:ln w="12700">
            <a:solidFill>
              <a:srgbClr val="FFFFFF"/>
            </a:solidFill>
            <a:prstDash val="solid"/>
          </a:ln>
        </p:spPr>
      </p:sp>
      <p:sp>
        <p:nvSpPr>
          <p:cNvPr id="28" name="Shape 26"/>
          <p:cNvSpPr/>
          <p:nvPr/>
        </p:nvSpPr>
        <p:spPr>
          <a:xfrm>
            <a:off x="8641009" y="5061404"/>
            <a:ext cx="34240" cy="34240"/>
          </a:xfrm>
          <a:prstGeom prst="ellipse">
            <a:avLst/>
          </a:prstGeom>
          <a:solidFill>
            <a:srgbClr val="FFFFFF">
              <a:alpha val="10000"/>
            </a:srgbClr>
          </a:solidFill>
          <a:ln w="12700">
            <a:solidFill>
              <a:srgbClr val="FFFFFF"/>
            </a:solidFill>
            <a:prstDash val="solid"/>
          </a:ln>
        </p:spPr>
      </p:sp>
      <p:sp>
        <p:nvSpPr>
          <p:cNvPr id="29" name="Shape 27"/>
          <p:cNvSpPr/>
          <p:nvPr/>
        </p:nvSpPr>
        <p:spPr>
          <a:xfrm>
            <a:off x="8454373" y="4462385"/>
            <a:ext cx="26167" cy="26167"/>
          </a:xfrm>
          <a:prstGeom prst="ellipse">
            <a:avLst/>
          </a:prstGeom>
          <a:solidFill>
            <a:srgbClr val="FFFFFF">
              <a:alpha val="10000"/>
            </a:srgbClr>
          </a:solidFill>
          <a:ln w="12700">
            <a:solidFill>
              <a:srgbClr val="FFFFFF"/>
            </a:solidFill>
            <a:prstDash val="solid"/>
          </a:ln>
        </p:spPr>
      </p:sp>
      <p:sp>
        <p:nvSpPr>
          <p:cNvPr id="30" name="Shape 28"/>
          <p:cNvSpPr/>
          <p:nvPr/>
        </p:nvSpPr>
        <p:spPr>
          <a:xfrm>
            <a:off x="7929946" y="5661368"/>
            <a:ext cx="28773" cy="28773"/>
          </a:xfrm>
          <a:prstGeom prst="ellipse">
            <a:avLst/>
          </a:prstGeom>
          <a:solidFill>
            <a:srgbClr val="FFFFFF">
              <a:alpha val="10000"/>
            </a:srgbClr>
          </a:solidFill>
          <a:ln w="12700">
            <a:solidFill>
              <a:srgbClr val="FFFFFF"/>
            </a:solidFill>
            <a:prstDash val="solid"/>
          </a:ln>
        </p:spPr>
      </p:sp>
      <p:sp>
        <p:nvSpPr>
          <p:cNvPr id="31" name="Shape 29"/>
          <p:cNvSpPr/>
          <p:nvPr/>
        </p:nvSpPr>
        <p:spPr>
          <a:xfrm>
            <a:off x="5100064" y="4345528"/>
            <a:ext cx="30639" cy="30639"/>
          </a:xfrm>
          <a:prstGeom prst="ellipse">
            <a:avLst/>
          </a:prstGeom>
          <a:solidFill>
            <a:srgbClr val="FFFFFF">
              <a:alpha val="10000"/>
            </a:srgbClr>
          </a:solidFill>
          <a:ln w="12700">
            <a:solidFill>
              <a:srgbClr val="FFFFFF"/>
            </a:solidFill>
            <a:prstDash val="solid"/>
          </a:ln>
        </p:spPr>
      </p:sp>
      <p:sp>
        <p:nvSpPr>
          <p:cNvPr id="32" name="Shape 30"/>
          <p:cNvSpPr/>
          <p:nvPr/>
        </p:nvSpPr>
        <p:spPr>
          <a:xfrm>
            <a:off x="6204081" y="1492554"/>
            <a:ext cx="32693" cy="32693"/>
          </a:xfrm>
          <a:prstGeom prst="ellipse">
            <a:avLst/>
          </a:prstGeom>
          <a:solidFill>
            <a:srgbClr val="FFFFFF">
              <a:alpha val="10000"/>
            </a:srgbClr>
          </a:solidFill>
          <a:ln w="12700">
            <a:solidFill>
              <a:srgbClr val="FFFFFF"/>
            </a:solidFill>
            <a:prstDash val="solid"/>
          </a:ln>
        </p:spPr>
      </p:sp>
      <p:sp>
        <p:nvSpPr>
          <p:cNvPr id="33" name="Shape 31"/>
          <p:cNvSpPr/>
          <p:nvPr/>
        </p:nvSpPr>
        <p:spPr>
          <a:xfrm>
            <a:off x="1385393" y="6311793"/>
            <a:ext cx="29517" cy="29517"/>
          </a:xfrm>
          <a:prstGeom prst="ellipse">
            <a:avLst/>
          </a:prstGeom>
          <a:solidFill>
            <a:srgbClr val="FFFFFF">
              <a:alpha val="10000"/>
            </a:srgbClr>
          </a:solidFill>
          <a:ln w="12700">
            <a:solidFill>
              <a:srgbClr val="FFFFFF"/>
            </a:solidFill>
            <a:prstDash val="solid"/>
          </a:ln>
        </p:spPr>
      </p:sp>
      <p:sp>
        <p:nvSpPr>
          <p:cNvPr id="34" name="Shape 32"/>
          <p:cNvSpPr/>
          <p:nvPr/>
        </p:nvSpPr>
        <p:spPr>
          <a:xfrm>
            <a:off x="8403817" y="2422464"/>
            <a:ext cx="10174" cy="10174"/>
          </a:xfrm>
          <a:prstGeom prst="ellipse">
            <a:avLst/>
          </a:prstGeom>
          <a:solidFill>
            <a:srgbClr val="FFFFFF">
              <a:alpha val="10000"/>
            </a:srgbClr>
          </a:solidFill>
          <a:ln w="12700">
            <a:solidFill>
              <a:srgbClr val="FFFFFF"/>
            </a:solidFill>
            <a:prstDash val="solid"/>
          </a:ln>
        </p:spPr>
      </p:sp>
      <p:sp>
        <p:nvSpPr>
          <p:cNvPr id="35" name="Shape 33"/>
          <p:cNvSpPr/>
          <p:nvPr/>
        </p:nvSpPr>
        <p:spPr>
          <a:xfrm>
            <a:off x="2820425" y="2820877"/>
            <a:ext cx="35017" cy="35017"/>
          </a:xfrm>
          <a:prstGeom prst="ellipse">
            <a:avLst/>
          </a:prstGeom>
          <a:solidFill>
            <a:srgbClr val="FFFFFF">
              <a:alpha val="10000"/>
            </a:srgbClr>
          </a:solidFill>
          <a:ln w="12700">
            <a:solidFill>
              <a:srgbClr val="FFFFFF"/>
            </a:solidFill>
            <a:prstDash val="solid"/>
          </a:ln>
        </p:spPr>
      </p:sp>
      <p:sp>
        <p:nvSpPr>
          <p:cNvPr id="36" name="Shape 34"/>
          <p:cNvSpPr/>
          <p:nvPr/>
        </p:nvSpPr>
        <p:spPr>
          <a:xfrm>
            <a:off x="4657250" y="1262665"/>
            <a:ext cx="27359" cy="27359"/>
          </a:xfrm>
          <a:prstGeom prst="ellipse">
            <a:avLst/>
          </a:prstGeom>
          <a:solidFill>
            <a:srgbClr val="FFFFFF">
              <a:alpha val="10000"/>
            </a:srgbClr>
          </a:solidFill>
          <a:ln w="12700">
            <a:solidFill>
              <a:srgbClr val="FFFFFF"/>
            </a:solidFill>
            <a:prstDash val="solid"/>
          </a:ln>
        </p:spPr>
      </p:sp>
      <p:sp>
        <p:nvSpPr>
          <p:cNvPr id="37" name="Shape 35"/>
          <p:cNvSpPr/>
          <p:nvPr/>
        </p:nvSpPr>
        <p:spPr>
          <a:xfrm>
            <a:off x="6523665" y="5862910"/>
            <a:ext cx="13158" cy="13158"/>
          </a:xfrm>
          <a:prstGeom prst="ellipse">
            <a:avLst/>
          </a:prstGeom>
          <a:solidFill>
            <a:srgbClr val="FFFFFF">
              <a:alpha val="10000"/>
            </a:srgbClr>
          </a:solidFill>
          <a:ln w="12700">
            <a:solidFill>
              <a:srgbClr val="FFFFFF"/>
            </a:solidFill>
            <a:prstDash val="solid"/>
          </a:ln>
        </p:spPr>
      </p:sp>
      <p:sp>
        <p:nvSpPr>
          <p:cNvPr id="38" name="Shape 36"/>
          <p:cNvSpPr/>
          <p:nvPr/>
        </p:nvSpPr>
        <p:spPr>
          <a:xfrm>
            <a:off x="5457136" y="6767735"/>
            <a:ext cx="34410" cy="34410"/>
          </a:xfrm>
          <a:prstGeom prst="ellipse">
            <a:avLst/>
          </a:prstGeom>
          <a:solidFill>
            <a:srgbClr val="FFFFFF">
              <a:alpha val="10000"/>
            </a:srgbClr>
          </a:solidFill>
          <a:ln w="12700">
            <a:solidFill>
              <a:srgbClr val="FFFFFF"/>
            </a:solidFill>
            <a:prstDash val="solid"/>
          </a:ln>
        </p:spPr>
      </p:sp>
      <p:sp>
        <p:nvSpPr>
          <p:cNvPr id="39" name="Shape 37"/>
          <p:cNvSpPr/>
          <p:nvPr/>
        </p:nvSpPr>
        <p:spPr>
          <a:xfrm>
            <a:off x="5160052" y="6814234"/>
            <a:ext cx="31389" cy="31389"/>
          </a:xfrm>
          <a:prstGeom prst="ellipse">
            <a:avLst/>
          </a:prstGeom>
          <a:solidFill>
            <a:srgbClr val="FFFFFF">
              <a:alpha val="10000"/>
            </a:srgbClr>
          </a:solidFill>
          <a:ln w="12700">
            <a:solidFill>
              <a:srgbClr val="FFFFFF"/>
            </a:solidFill>
            <a:prstDash val="solid"/>
          </a:ln>
        </p:spPr>
      </p:sp>
      <p:sp>
        <p:nvSpPr>
          <p:cNvPr id="40" name="Shape 38"/>
          <p:cNvSpPr/>
          <p:nvPr/>
        </p:nvSpPr>
        <p:spPr>
          <a:xfrm>
            <a:off x="3896054" y="2809805"/>
            <a:ext cx="26610" cy="26610"/>
          </a:xfrm>
          <a:prstGeom prst="ellipse">
            <a:avLst/>
          </a:prstGeom>
          <a:solidFill>
            <a:srgbClr val="FFFFFF">
              <a:alpha val="10000"/>
            </a:srgbClr>
          </a:solidFill>
          <a:ln w="12700">
            <a:solidFill>
              <a:srgbClr val="FFFFFF"/>
            </a:solidFill>
            <a:prstDash val="solid"/>
          </a:ln>
        </p:spPr>
      </p:sp>
      <p:sp>
        <p:nvSpPr>
          <p:cNvPr id="41" name="Shape 39"/>
          <p:cNvSpPr/>
          <p:nvPr/>
        </p:nvSpPr>
        <p:spPr>
          <a:xfrm>
            <a:off x="1748151" y="1519337"/>
            <a:ext cx="19637" cy="19637"/>
          </a:xfrm>
          <a:prstGeom prst="ellipse">
            <a:avLst/>
          </a:prstGeom>
          <a:solidFill>
            <a:srgbClr val="FFFFFF">
              <a:alpha val="10000"/>
            </a:srgbClr>
          </a:solidFill>
          <a:ln w="12700">
            <a:solidFill>
              <a:srgbClr val="FFFFFF"/>
            </a:solidFill>
            <a:prstDash val="solid"/>
          </a:ln>
        </p:spPr>
      </p:sp>
      <p:sp>
        <p:nvSpPr>
          <p:cNvPr id="42" name="Shape 40"/>
          <p:cNvSpPr/>
          <p:nvPr/>
        </p:nvSpPr>
        <p:spPr>
          <a:xfrm>
            <a:off x="3253023" y="4729547"/>
            <a:ext cx="21012" cy="21012"/>
          </a:xfrm>
          <a:prstGeom prst="ellipse">
            <a:avLst/>
          </a:prstGeom>
          <a:solidFill>
            <a:srgbClr val="FFFFFF">
              <a:alpha val="10000"/>
            </a:srgbClr>
          </a:solidFill>
          <a:ln w="12700">
            <a:solidFill>
              <a:srgbClr val="FFFFFF"/>
            </a:solidFill>
            <a:prstDash val="solid"/>
          </a:ln>
        </p:spPr>
      </p:sp>
      <p:sp>
        <p:nvSpPr>
          <p:cNvPr id="43" name="Shape 41"/>
          <p:cNvSpPr/>
          <p:nvPr/>
        </p:nvSpPr>
        <p:spPr>
          <a:xfrm>
            <a:off x="5074103" y="5855008"/>
            <a:ext cx="9804" cy="9804"/>
          </a:xfrm>
          <a:prstGeom prst="ellipse">
            <a:avLst/>
          </a:prstGeom>
          <a:solidFill>
            <a:srgbClr val="FFFFFF">
              <a:alpha val="10000"/>
            </a:srgbClr>
          </a:solidFill>
          <a:ln w="12700">
            <a:solidFill>
              <a:srgbClr val="FFFFFF"/>
            </a:solidFill>
            <a:prstDash val="solid"/>
          </a:ln>
        </p:spPr>
      </p:sp>
      <p:sp>
        <p:nvSpPr>
          <p:cNvPr id="44" name="Shape 42"/>
          <p:cNvSpPr/>
          <p:nvPr/>
        </p:nvSpPr>
        <p:spPr>
          <a:xfrm>
            <a:off x="2081616" y="5604515"/>
            <a:ext cx="31882" cy="31882"/>
          </a:xfrm>
          <a:prstGeom prst="ellipse">
            <a:avLst/>
          </a:prstGeom>
          <a:solidFill>
            <a:srgbClr val="FFFFFF">
              <a:alpha val="10000"/>
            </a:srgbClr>
          </a:solidFill>
          <a:ln w="12700">
            <a:solidFill>
              <a:srgbClr val="FFFFFF"/>
            </a:solidFill>
            <a:prstDash val="solid"/>
          </a:ln>
        </p:spPr>
      </p:sp>
      <p:sp>
        <p:nvSpPr>
          <p:cNvPr id="45" name="Shape 43"/>
          <p:cNvSpPr/>
          <p:nvPr/>
        </p:nvSpPr>
        <p:spPr>
          <a:xfrm>
            <a:off x="446927" y="4446346"/>
            <a:ext cx="14563" cy="14563"/>
          </a:xfrm>
          <a:prstGeom prst="ellipse">
            <a:avLst/>
          </a:prstGeom>
          <a:solidFill>
            <a:srgbClr val="FFFFFF">
              <a:alpha val="10000"/>
            </a:srgbClr>
          </a:solidFill>
          <a:ln w="12700">
            <a:solidFill>
              <a:srgbClr val="FFFFFF"/>
            </a:solidFill>
            <a:prstDash val="solid"/>
          </a:ln>
        </p:spPr>
      </p:sp>
      <p:sp>
        <p:nvSpPr>
          <p:cNvPr id="46" name="Shape 44"/>
          <p:cNvSpPr/>
          <p:nvPr/>
        </p:nvSpPr>
        <p:spPr>
          <a:xfrm>
            <a:off x="4369403" y="2094935"/>
            <a:ext cx="15647" cy="15647"/>
          </a:xfrm>
          <a:prstGeom prst="ellipse">
            <a:avLst/>
          </a:prstGeom>
          <a:solidFill>
            <a:srgbClr val="FFFFFF">
              <a:alpha val="10000"/>
            </a:srgbClr>
          </a:solidFill>
          <a:ln w="12700">
            <a:solidFill>
              <a:srgbClr val="FFFFFF"/>
            </a:solidFill>
            <a:prstDash val="solid"/>
          </a:ln>
        </p:spPr>
      </p:sp>
      <p:sp>
        <p:nvSpPr>
          <p:cNvPr id="47" name="Shape 45"/>
          <p:cNvSpPr/>
          <p:nvPr/>
        </p:nvSpPr>
        <p:spPr>
          <a:xfrm>
            <a:off x="2893951" y="2369169"/>
            <a:ext cx="11975" cy="11975"/>
          </a:xfrm>
          <a:prstGeom prst="ellipse">
            <a:avLst/>
          </a:prstGeom>
          <a:solidFill>
            <a:srgbClr val="FFFFFF">
              <a:alpha val="10000"/>
            </a:srgbClr>
          </a:solidFill>
          <a:ln w="12700">
            <a:solidFill>
              <a:srgbClr val="FFFFFF"/>
            </a:solidFill>
            <a:prstDash val="solid"/>
          </a:ln>
        </p:spPr>
      </p:sp>
      <p:sp>
        <p:nvSpPr>
          <p:cNvPr id="48" name="Shape 46"/>
          <p:cNvSpPr/>
          <p:nvPr/>
        </p:nvSpPr>
        <p:spPr>
          <a:xfrm>
            <a:off x="4376666" y="6485051"/>
            <a:ext cx="11037" cy="11037"/>
          </a:xfrm>
          <a:prstGeom prst="ellipse">
            <a:avLst/>
          </a:prstGeom>
          <a:solidFill>
            <a:srgbClr val="FFFFFF">
              <a:alpha val="10000"/>
            </a:srgbClr>
          </a:solidFill>
          <a:ln w="12700">
            <a:solidFill>
              <a:srgbClr val="FFFFFF"/>
            </a:solidFill>
            <a:prstDash val="solid"/>
          </a:ln>
        </p:spPr>
      </p:sp>
      <p:sp>
        <p:nvSpPr>
          <p:cNvPr id="49" name="Shape 47"/>
          <p:cNvSpPr/>
          <p:nvPr/>
        </p:nvSpPr>
        <p:spPr>
          <a:xfrm>
            <a:off x="606119" y="6826234"/>
            <a:ext cx="11859" cy="11859"/>
          </a:xfrm>
          <a:prstGeom prst="ellipse">
            <a:avLst/>
          </a:prstGeom>
          <a:solidFill>
            <a:srgbClr val="FFFFFF">
              <a:alpha val="10000"/>
            </a:srgbClr>
          </a:solidFill>
          <a:ln w="12700">
            <a:solidFill>
              <a:srgbClr val="FFFFFF"/>
            </a:solidFill>
            <a:prstDash val="solid"/>
          </a:ln>
        </p:spPr>
      </p:sp>
      <p:sp>
        <p:nvSpPr>
          <p:cNvPr id="50" name="Shape 48"/>
          <p:cNvSpPr/>
          <p:nvPr/>
        </p:nvSpPr>
        <p:spPr>
          <a:xfrm>
            <a:off x="3256301" y="4702059"/>
            <a:ext cx="18532" cy="18532"/>
          </a:xfrm>
          <a:prstGeom prst="ellipse">
            <a:avLst/>
          </a:prstGeom>
          <a:solidFill>
            <a:srgbClr val="FFFFFF">
              <a:alpha val="10000"/>
            </a:srgbClr>
          </a:solidFill>
          <a:ln w="12700">
            <a:solidFill>
              <a:srgbClr val="FFFFFF"/>
            </a:solidFill>
            <a:prstDash val="solid"/>
          </a:ln>
        </p:spPr>
      </p:sp>
      <p:sp>
        <p:nvSpPr>
          <p:cNvPr id="51" name="Shape 49"/>
          <p:cNvSpPr/>
          <p:nvPr/>
        </p:nvSpPr>
        <p:spPr>
          <a:xfrm>
            <a:off x="1363256" y="4783538"/>
            <a:ext cx="36217" cy="36217"/>
          </a:xfrm>
          <a:prstGeom prst="ellipse">
            <a:avLst/>
          </a:prstGeom>
          <a:solidFill>
            <a:srgbClr val="FFFFFF">
              <a:alpha val="10000"/>
            </a:srgbClr>
          </a:solidFill>
          <a:ln w="12700">
            <a:solidFill>
              <a:srgbClr val="FFFFFF"/>
            </a:solidFill>
            <a:prstDash val="solid"/>
          </a:ln>
        </p:spPr>
      </p:sp>
      <p:sp>
        <p:nvSpPr>
          <p:cNvPr id="52" name="Shape 50"/>
          <p:cNvSpPr/>
          <p:nvPr/>
        </p:nvSpPr>
        <p:spPr>
          <a:xfrm>
            <a:off x="7411619" y="6173030"/>
            <a:ext cx="19636" cy="19636"/>
          </a:xfrm>
          <a:prstGeom prst="ellipse">
            <a:avLst/>
          </a:prstGeom>
          <a:solidFill>
            <a:srgbClr val="FFFFFF">
              <a:alpha val="10000"/>
            </a:srgbClr>
          </a:solidFill>
          <a:ln w="12700">
            <a:solidFill>
              <a:srgbClr val="FFFFFF"/>
            </a:solidFill>
            <a:prstDash val="solid"/>
          </a:ln>
        </p:spPr>
      </p:sp>
      <p:sp>
        <p:nvSpPr>
          <p:cNvPr id="53" name="Shape 51"/>
          <p:cNvSpPr/>
          <p:nvPr/>
        </p:nvSpPr>
        <p:spPr>
          <a:xfrm>
            <a:off x="0" y="0"/>
            <a:ext cx="9144000" cy="6858000"/>
          </a:xfrm>
          <a:prstGeom prst="rect">
            <a:avLst/>
          </a:prstGeom>
          <a:solidFill>
            <a:srgbClr val="1A1A1F">
              <a:alpha val="5000"/>
            </a:srgbClr>
          </a:solidFill>
          <a:ln w="12700">
            <a:solidFill>
              <a:srgbClr val="1A1A1F"/>
            </a:solidFill>
            <a:prstDash val="solid"/>
          </a:ln>
        </p:spPr>
      </p:sp>
      <p:sp>
        <p:nvSpPr>
          <p:cNvPr id="54" name="Shape 52"/>
          <p:cNvSpPr/>
          <p:nvPr/>
        </p:nvSpPr>
        <p:spPr>
          <a:xfrm>
            <a:off x="0" y="0"/>
            <a:ext cx="0" cy="6858000"/>
          </a:xfrm>
          <a:prstGeom prst="line">
            <a:avLst/>
          </a:prstGeom>
          <a:noFill/>
          <a:ln w="6350">
            <a:solidFill>
              <a:srgbClr val="2A2A2F"/>
            </a:solidFill>
            <a:prstDash val="dash"/>
          </a:ln>
        </p:spPr>
      </p:sp>
      <p:sp>
        <p:nvSpPr>
          <p:cNvPr id="55" name="Shape 53"/>
          <p:cNvSpPr/>
          <p:nvPr/>
        </p:nvSpPr>
        <p:spPr>
          <a:xfrm>
            <a:off x="457200" y="0"/>
            <a:ext cx="0" cy="6858000"/>
          </a:xfrm>
          <a:prstGeom prst="line">
            <a:avLst/>
          </a:prstGeom>
          <a:noFill/>
          <a:ln w="6350">
            <a:solidFill>
              <a:srgbClr val="2A2A2F"/>
            </a:solidFill>
            <a:prstDash val="dash"/>
          </a:ln>
        </p:spPr>
      </p:sp>
      <p:sp>
        <p:nvSpPr>
          <p:cNvPr id="56" name="Shape 54"/>
          <p:cNvSpPr/>
          <p:nvPr/>
        </p:nvSpPr>
        <p:spPr>
          <a:xfrm>
            <a:off x="914400" y="0"/>
            <a:ext cx="0" cy="6858000"/>
          </a:xfrm>
          <a:prstGeom prst="line">
            <a:avLst/>
          </a:prstGeom>
          <a:noFill/>
          <a:ln w="6350">
            <a:solidFill>
              <a:srgbClr val="2A2A2F"/>
            </a:solidFill>
            <a:prstDash val="dash"/>
          </a:ln>
        </p:spPr>
      </p:sp>
      <p:sp>
        <p:nvSpPr>
          <p:cNvPr id="57" name="Shape 55"/>
          <p:cNvSpPr/>
          <p:nvPr/>
        </p:nvSpPr>
        <p:spPr>
          <a:xfrm>
            <a:off x="1371600" y="0"/>
            <a:ext cx="0" cy="6858000"/>
          </a:xfrm>
          <a:prstGeom prst="line">
            <a:avLst/>
          </a:prstGeom>
          <a:noFill/>
          <a:ln w="6350">
            <a:solidFill>
              <a:srgbClr val="2A2A2F"/>
            </a:solidFill>
            <a:prstDash val="dash"/>
          </a:ln>
        </p:spPr>
      </p:sp>
      <p:sp>
        <p:nvSpPr>
          <p:cNvPr id="58" name="Shape 56"/>
          <p:cNvSpPr/>
          <p:nvPr/>
        </p:nvSpPr>
        <p:spPr>
          <a:xfrm>
            <a:off x="1828800" y="0"/>
            <a:ext cx="0" cy="6858000"/>
          </a:xfrm>
          <a:prstGeom prst="line">
            <a:avLst/>
          </a:prstGeom>
          <a:noFill/>
          <a:ln w="6350">
            <a:solidFill>
              <a:srgbClr val="2A2A2F"/>
            </a:solidFill>
            <a:prstDash val="dash"/>
          </a:ln>
        </p:spPr>
      </p:sp>
      <p:sp>
        <p:nvSpPr>
          <p:cNvPr id="59" name="Shape 57"/>
          <p:cNvSpPr/>
          <p:nvPr/>
        </p:nvSpPr>
        <p:spPr>
          <a:xfrm>
            <a:off x="2286000" y="0"/>
            <a:ext cx="0" cy="6858000"/>
          </a:xfrm>
          <a:prstGeom prst="line">
            <a:avLst/>
          </a:prstGeom>
          <a:noFill/>
          <a:ln w="6350">
            <a:solidFill>
              <a:srgbClr val="2A2A2F"/>
            </a:solidFill>
            <a:prstDash val="dash"/>
          </a:ln>
        </p:spPr>
      </p:sp>
      <p:sp>
        <p:nvSpPr>
          <p:cNvPr id="60" name="Shape 58"/>
          <p:cNvSpPr/>
          <p:nvPr/>
        </p:nvSpPr>
        <p:spPr>
          <a:xfrm>
            <a:off x="2743200" y="0"/>
            <a:ext cx="0" cy="6858000"/>
          </a:xfrm>
          <a:prstGeom prst="line">
            <a:avLst/>
          </a:prstGeom>
          <a:noFill/>
          <a:ln w="6350">
            <a:solidFill>
              <a:srgbClr val="2A2A2F"/>
            </a:solidFill>
            <a:prstDash val="dash"/>
          </a:ln>
        </p:spPr>
      </p:sp>
      <p:sp>
        <p:nvSpPr>
          <p:cNvPr id="61" name="Shape 59"/>
          <p:cNvSpPr/>
          <p:nvPr/>
        </p:nvSpPr>
        <p:spPr>
          <a:xfrm>
            <a:off x="3200400" y="0"/>
            <a:ext cx="0" cy="6858000"/>
          </a:xfrm>
          <a:prstGeom prst="line">
            <a:avLst/>
          </a:prstGeom>
          <a:noFill/>
          <a:ln w="6350">
            <a:solidFill>
              <a:srgbClr val="2A2A2F"/>
            </a:solidFill>
            <a:prstDash val="dash"/>
          </a:ln>
        </p:spPr>
      </p:sp>
      <p:sp>
        <p:nvSpPr>
          <p:cNvPr id="62" name="Shape 60"/>
          <p:cNvSpPr/>
          <p:nvPr/>
        </p:nvSpPr>
        <p:spPr>
          <a:xfrm>
            <a:off x="3657600" y="0"/>
            <a:ext cx="0" cy="6858000"/>
          </a:xfrm>
          <a:prstGeom prst="line">
            <a:avLst/>
          </a:prstGeom>
          <a:noFill/>
          <a:ln w="6350">
            <a:solidFill>
              <a:srgbClr val="2A2A2F"/>
            </a:solidFill>
            <a:prstDash val="dash"/>
          </a:ln>
        </p:spPr>
      </p:sp>
      <p:sp>
        <p:nvSpPr>
          <p:cNvPr id="63" name="Shape 61"/>
          <p:cNvSpPr/>
          <p:nvPr/>
        </p:nvSpPr>
        <p:spPr>
          <a:xfrm>
            <a:off x="4114800" y="0"/>
            <a:ext cx="0" cy="6858000"/>
          </a:xfrm>
          <a:prstGeom prst="line">
            <a:avLst/>
          </a:prstGeom>
          <a:noFill/>
          <a:ln w="6350">
            <a:solidFill>
              <a:srgbClr val="2A2A2F"/>
            </a:solidFill>
            <a:prstDash val="dash"/>
          </a:ln>
        </p:spPr>
      </p:sp>
      <p:sp>
        <p:nvSpPr>
          <p:cNvPr id="64" name="Shape 62"/>
          <p:cNvSpPr/>
          <p:nvPr/>
        </p:nvSpPr>
        <p:spPr>
          <a:xfrm>
            <a:off x="4572000" y="0"/>
            <a:ext cx="0" cy="6858000"/>
          </a:xfrm>
          <a:prstGeom prst="line">
            <a:avLst/>
          </a:prstGeom>
          <a:noFill/>
          <a:ln w="6350">
            <a:solidFill>
              <a:srgbClr val="2A2A2F"/>
            </a:solidFill>
            <a:prstDash val="dash"/>
          </a:ln>
        </p:spPr>
      </p:sp>
      <p:sp>
        <p:nvSpPr>
          <p:cNvPr id="65" name="Shape 63"/>
          <p:cNvSpPr/>
          <p:nvPr/>
        </p:nvSpPr>
        <p:spPr>
          <a:xfrm>
            <a:off x="5029200" y="0"/>
            <a:ext cx="0" cy="6858000"/>
          </a:xfrm>
          <a:prstGeom prst="line">
            <a:avLst/>
          </a:prstGeom>
          <a:noFill/>
          <a:ln w="6350">
            <a:solidFill>
              <a:srgbClr val="2A2A2F"/>
            </a:solidFill>
            <a:prstDash val="dash"/>
          </a:ln>
        </p:spPr>
      </p:sp>
      <p:sp>
        <p:nvSpPr>
          <p:cNvPr id="66" name="Shape 64"/>
          <p:cNvSpPr/>
          <p:nvPr/>
        </p:nvSpPr>
        <p:spPr>
          <a:xfrm>
            <a:off x="5486400" y="0"/>
            <a:ext cx="0" cy="6858000"/>
          </a:xfrm>
          <a:prstGeom prst="line">
            <a:avLst/>
          </a:prstGeom>
          <a:noFill/>
          <a:ln w="6350">
            <a:solidFill>
              <a:srgbClr val="2A2A2F"/>
            </a:solidFill>
            <a:prstDash val="dash"/>
          </a:ln>
        </p:spPr>
      </p:sp>
      <p:sp>
        <p:nvSpPr>
          <p:cNvPr id="67" name="Shape 65"/>
          <p:cNvSpPr/>
          <p:nvPr/>
        </p:nvSpPr>
        <p:spPr>
          <a:xfrm>
            <a:off x="5943600" y="0"/>
            <a:ext cx="0" cy="6858000"/>
          </a:xfrm>
          <a:prstGeom prst="line">
            <a:avLst/>
          </a:prstGeom>
          <a:noFill/>
          <a:ln w="6350">
            <a:solidFill>
              <a:srgbClr val="2A2A2F"/>
            </a:solidFill>
            <a:prstDash val="dash"/>
          </a:ln>
        </p:spPr>
      </p:sp>
      <p:sp>
        <p:nvSpPr>
          <p:cNvPr id="68" name="Shape 66"/>
          <p:cNvSpPr/>
          <p:nvPr/>
        </p:nvSpPr>
        <p:spPr>
          <a:xfrm>
            <a:off x="6400800" y="0"/>
            <a:ext cx="0" cy="6858000"/>
          </a:xfrm>
          <a:prstGeom prst="line">
            <a:avLst/>
          </a:prstGeom>
          <a:noFill/>
          <a:ln w="6350">
            <a:solidFill>
              <a:srgbClr val="2A2A2F"/>
            </a:solidFill>
            <a:prstDash val="dash"/>
          </a:ln>
        </p:spPr>
      </p:sp>
      <p:sp>
        <p:nvSpPr>
          <p:cNvPr id="69" name="Shape 67"/>
          <p:cNvSpPr/>
          <p:nvPr/>
        </p:nvSpPr>
        <p:spPr>
          <a:xfrm>
            <a:off x="6858000" y="0"/>
            <a:ext cx="0" cy="6858000"/>
          </a:xfrm>
          <a:prstGeom prst="line">
            <a:avLst/>
          </a:prstGeom>
          <a:noFill/>
          <a:ln w="6350">
            <a:solidFill>
              <a:srgbClr val="2A2A2F"/>
            </a:solidFill>
            <a:prstDash val="dash"/>
          </a:ln>
        </p:spPr>
      </p:sp>
      <p:sp>
        <p:nvSpPr>
          <p:cNvPr id="70" name="Shape 68"/>
          <p:cNvSpPr/>
          <p:nvPr/>
        </p:nvSpPr>
        <p:spPr>
          <a:xfrm>
            <a:off x="7315200" y="0"/>
            <a:ext cx="0" cy="6858000"/>
          </a:xfrm>
          <a:prstGeom prst="line">
            <a:avLst/>
          </a:prstGeom>
          <a:noFill/>
          <a:ln w="6350">
            <a:solidFill>
              <a:srgbClr val="2A2A2F"/>
            </a:solidFill>
            <a:prstDash val="dash"/>
          </a:ln>
        </p:spPr>
      </p:sp>
      <p:sp>
        <p:nvSpPr>
          <p:cNvPr id="71" name="Shape 69"/>
          <p:cNvSpPr/>
          <p:nvPr/>
        </p:nvSpPr>
        <p:spPr>
          <a:xfrm>
            <a:off x="7772400" y="0"/>
            <a:ext cx="0" cy="6858000"/>
          </a:xfrm>
          <a:prstGeom prst="line">
            <a:avLst/>
          </a:prstGeom>
          <a:noFill/>
          <a:ln w="6350">
            <a:solidFill>
              <a:srgbClr val="2A2A2F"/>
            </a:solidFill>
            <a:prstDash val="dash"/>
          </a:ln>
        </p:spPr>
      </p:sp>
      <p:sp>
        <p:nvSpPr>
          <p:cNvPr id="72" name="Shape 70"/>
          <p:cNvSpPr/>
          <p:nvPr/>
        </p:nvSpPr>
        <p:spPr>
          <a:xfrm>
            <a:off x="8229600" y="0"/>
            <a:ext cx="0" cy="6858000"/>
          </a:xfrm>
          <a:prstGeom prst="line">
            <a:avLst/>
          </a:prstGeom>
          <a:noFill/>
          <a:ln w="6350">
            <a:solidFill>
              <a:srgbClr val="2A2A2F"/>
            </a:solidFill>
            <a:prstDash val="dash"/>
          </a:ln>
        </p:spPr>
      </p:sp>
      <p:sp>
        <p:nvSpPr>
          <p:cNvPr id="73" name="Shape 71"/>
          <p:cNvSpPr/>
          <p:nvPr/>
        </p:nvSpPr>
        <p:spPr>
          <a:xfrm>
            <a:off x="8686800" y="0"/>
            <a:ext cx="0" cy="6858000"/>
          </a:xfrm>
          <a:prstGeom prst="line">
            <a:avLst/>
          </a:prstGeom>
          <a:noFill/>
          <a:ln w="6350">
            <a:solidFill>
              <a:srgbClr val="2A2A2F"/>
            </a:solidFill>
            <a:prstDash val="dash"/>
          </a:ln>
        </p:spPr>
      </p:sp>
      <p:sp>
        <p:nvSpPr>
          <p:cNvPr id="74" name="Shape 72"/>
          <p:cNvSpPr/>
          <p:nvPr/>
        </p:nvSpPr>
        <p:spPr>
          <a:xfrm>
            <a:off x="0" y="0"/>
            <a:ext cx="9144000" cy="0"/>
          </a:xfrm>
          <a:prstGeom prst="line">
            <a:avLst/>
          </a:prstGeom>
          <a:noFill/>
          <a:ln w="6350">
            <a:solidFill>
              <a:srgbClr val="2A2A2F"/>
            </a:solidFill>
            <a:prstDash val="dash"/>
          </a:ln>
        </p:spPr>
      </p:sp>
      <p:sp>
        <p:nvSpPr>
          <p:cNvPr id="75" name="Shape 73"/>
          <p:cNvSpPr/>
          <p:nvPr/>
        </p:nvSpPr>
        <p:spPr>
          <a:xfrm>
            <a:off x="0" y="457200"/>
            <a:ext cx="9144000" cy="0"/>
          </a:xfrm>
          <a:prstGeom prst="line">
            <a:avLst/>
          </a:prstGeom>
          <a:noFill/>
          <a:ln w="6350">
            <a:solidFill>
              <a:srgbClr val="2A2A2F"/>
            </a:solidFill>
            <a:prstDash val="dash"/>
          </a:ln>
        </p:spPr>
      </p:sp>
      <p:sp>
        <p:nvSpPr>
          <p:cNvPr id="76" name="Shape 74"/>
          <p:cNvSpPr/>
          <p:nvPr/>
        </p:nvSpPr>
        <p:spPr>
          <a:xfrm>
            <a:off x="0" y="914400"/>
            <a:ext cx="9144000" cy="0"/>
          </a:xfrm>
          <a:prstGeom prst="line">
            <a:avLst/>
          </a:prstGeom>
          <a:noFill/>
          <a:ln w="6350">
            <a:solidFill>
              <a:srgbClr val="2A2A2F"/>
            </a:solidFill>
            <a:prstDash val="dash"/>
          </a:ln>
        </p:spPr>
      </p:sp>
      <p:sp>
        <p:nvSpPr>
          <p:cNvPr id="77" name="Shape 75"/>
          <p:cNvSpPr/>
          <p:nvPr/>
        </p:nvSpPr>
        <p:spPr>
          <a:xfrm>
            <a:off x="0" y="1371600"/>
            <a:ext cx="9144000" cy="0"/>
          </a:xfrm>
          <a:prstGeom prst="line">
            <a:avLst/>
          </a:prstGeom>
          <a:noFill/>
          <a:ln w="6350">
            <a:solidFill>
              <a:srgbClr val="2A2A2F"/>
            </a:solidFill>
            <a:prstDash val="dash"/>
          </a:ln>
        </p:spPr>
      </p:sp>
      <p:sp>
        <p:nvSpPr>
          <p:cNvPr id="78" name="Shape 76"/>
          <p:cNvSpPr/>
          <p:nvPr/>
        </p:nvSpPr>
        <p:spPr>
          <a:xfrm>
            <a:off x="0" y="1828800"/>
            <a:ext cx="9144000" cy="0"/>
          </a:xfrm>
          <a:prstGeom prst="line">
            <a:avLst/>
          </a:prstGeom>
          <a:noFill/>
          <a:ln w="6350">
            <a:solidFill>
              <a:srgbClr val="2A2A2F"/>
            </a:solidFill>
            <a:prstDash val="dash"/>
          </a:ln>
        </p:spPr>
      </p:sp>
      <p:sp>
        <p:nvSpPr>
          <p:cNvPr id="79" name="Shape 77"/>
          <p:cNvSpPr/>
          <p:nvPr/>
        </p:nvSpPr>
        <p:spPr>
          <a:xfrm>
            <a:off x="0" y="2286000"/>
            <a:ext cx="9144000" cy="0"/>
          </a:xfrm>
          <a:prstGeom prst="line">
            <a:avLst/>
          </a:prstGeom>
          <a:noFill/>
          <a:ln w="6350">
            <a:solidFill>
              <a:srgbClr val="2A2A2F"/>
            </a:solidFill>
            <a:prstDash val="dash"/>
          </a:ln>
        </p:spPr>
      </p:sp>
      <p:sp>
        <p:nvSpPr>
          <p:cNvPr id="80" name="Shape 78"/>
          <p:cNvSpPr/>
          <p:nvPr/>
        </p:nvSpPr>
        <p:spPr>
          <a:xfrm>
            <a:off x="0" y="2743200"/>
            <a:ext cx="9144000" cy="0"/>
          </a:xfrm>
          <a:prstGeom prst="line">
            <a:avLst/>
          </a:prstGeom>
          <a:noFill/>
          <a:ln w="6350">
            <a:solidFill>
              <a:srgbClr val="2A2A2F"/>
            </a:solidFill>
            <a:prstDash val="dash"/>
          </a:ln>
        </p:spPr>
      </p:sp>
      <p:sp>
        <p:nvSpPr>
          <p:cNvPr id="81" name="Shape 79"/>
          <p:cNvSpPr/>
          <p:nvPr/>
        </p:nvSpPr>
        <p:spPr>
          <a:xfrm>
            <a:off x="0" y="3200400"/>
            <a:ext cx="9144000" cy="0"/>
          </a:xfrm>
          <a:prstGeom prst="line">
            <a:avLst/>
          </a:prstGeom>
          <a:noFill/>
          <a:ln w="6350">
            <a:solidFill>
              <a:srgbClr val="2A2A2F"/>
            </a:solidFill>
            <a:prstDash val="dash"/>
          </a:ln>
        </p:spPr>
      </p:sp>
      <p:sp>
        <p:nvSpPr>
          <p:cNvPr id="82" name="Shape 80"/>
          <p:cNvSpPr/>
          <p:nvPr/>
        </p:nvSpPr>
        <p:spPr>
          <a:xfrm>
            <a:off x="0" y="3657600"/>
            <a:ext cx="9144000" cy="0"/>
          </a:xfrm>
          <a:prstGeom prst="line">
            <a:avLst/>
          </a:prstGeom>
          <a:noFill/>
          <a:ln w="6350">
            <a:solidFill>
              <a:srgbClr val="2A2A2F"/>
            </a:solidFill>
            <a:prstDash val="dash"/>
          </a:ln>
        </p:spPr>
      </p:sp>
      <p:sp>
        <p:nvSpPr>
          <p:cNvPr id="83" name="Shape 81"/>
          <p:cNvSpPr/>
          <p:nvPr/>
        </p:nvSpPr>
        <p:spPr>
          <a:xfrm>
            <a:off x="0" y="4114800"/>
            <a:ext cx="9144000" cy="0"/>
          </a:xfrm>
          <a:prstGeom prst="line">
            <a:avLst/>
          </a:prstGeom>
          <a:noFill/>
          <a:ln w="6350">
            <a:solidFill>
              <a:srgbClr val="2A2A2F"/>
            </a:solidFill>
            <a:prstDash val="dash"/>
          </a:ln>
        </p:spPr>
      </p:sp>
      <p:sp>
        <p:nvSpPr>
          <p:cNvPr id="84" name="Shape 82"/>
          <p:cNvSpPr/>
          <p:nvPr/>
        </p:nvSpPr>
        <p:spPr>
          <a:xfrm>
            <a:off x="0" y="4572000"/>
            <a:ext cx="9144000" cy="0"/>
          </a:xfrm>
          <a:prstGeom prst="line">
            <a:avLst/>
          </a:prstGeom>
          <a:noFill/>
          <a:ln w="6350">
            <a:solidFill>
              <a:srgbClr val="2A2A2F"/>
            </a:solidFill>
            <a:prstDash val="dash"/>
          </a:ln>
        </p:spPr>
      </p:sp>
      <p:sp>
        <p:nvSpPr>
          <p:cNvPr id="85" name="Shape 83"/>
          <p:cNvSpPr/>
          <p:nvPr/>
        </p:nvSpPr>
        <p:spPr>
          <a:xfrm>
            <a:off x="0" y="5029200"/>
            <a:ext cx="9144000" cy="0"/>
          </a:xfrm>
          <a:prstGeom prst="line">
            <a:avLst/>
          </a:prstGeom>
          <a:noFill/>
          <a:ln w="6350">
            <a:solidFill>
              <a:srgbClr val="2A2A2F"/>
            </a:solidFill>
            <a:prstDash val="dash"/>
          </a:ln>
        </p:spPr>
      </p:sp>
      <p:sp>
        <p:nvSpPr>
          <p:cNvPr id="86" name="Shape 84"/>
          <p:cNvSpPr/>
          <p:nvPr/>
        </p:nvSpPr>
        <p:spPr>
          <a:xfrm>
            <a:off x="0" y="5486400"/>
            <a:ext cx="9144000" cy="0"/>
          </a:xfrm>
          <a:prstGeom prst="line">
            <a:avLst/>
          </a:prstGeom>
          <a:noFill/>
          <a:ln w="6350">
            <a:solidFill>
              <a:srgbClr val="2A2A2F"/>
            </a:solidFill>
            <a:prstDash val="dash"/>
          </a:ln>
        </p:spPr>
      </p:sp>
      <p:sp>
        <p:nvSpPr>
          <p:cNvPr id="87" name="Shape 85"/>
          <p:cNvSpPr/>
          <p:nvPr/>
        </p:nvSpPr>
        <p:spPr>
          <a:xfrm>
            <a:off x="0" y="5943600"/>
            <a:ext cx="9144000" cy="0"/>
          </a:xfrm>
          <a:prstGeom prst="line">
            <a:avLst/>
          </a:prstGeom>
          <a:noFill/>
          <a:ln w="6350">
            <a:solidFill>
              <a:srgbClr val="2A2A2F"/>
            </a:solidFill>
            <a:prstDash val="dash"/>
          </a:ln>
        </p:spPr>
      </p:sp>
      <p:sp>
        <p:nvSpPr>
          <p:cNvPr id="88" name="Shape 86"/>
          <p:cNvSpPr/>
          <p:nvPr/>
        </p:nvSpPr>
        <p:spPr>
          <a:xfrm>
            <a:off x="0" y="6400800"/>
            <a:ext cx="9144000" cy="0"/>
          </a:xfrm>
          <a:prstGeom prst="line">
            <a:avLst/>
          </a:prstGeom>
          <a:noFill/>
          <a:ln w="6350">
            <a:solidFill>
              <a:srgbClr val="2A2A2F"/>
            </a:solidFill>
            <a:prstDash val="dash"/>
          </a:ln>
        </p:spPr>
      </p:sp>
      <p:sp>
        <p:nvSpPr>
          <p:cNvPr id="89" name="Shape 87"/>
          <p:cNvSpPr/>
          <p:nvPr/>
        </p:nvSpPr>
        <p:spPr>
          <a:xfrm>
            <a:off x="0" y="5943600"/>
            <a:ext cx="9144000" cy="0"/>
          </a:xfrm>
          <a:prstGeom prst="line">
            <a:avLst/>
          </a:prstGeom>
          <a:noFill/>
          <a:ln w="12700">
            <a:solidFill>
              <a:srgbClr val="3A3A3F"/>
            </a:solidFill>
            <a:prstDash val="solid"/>
          </a:ln>
        </p:spPr>
      </p:sp>
      <p:sp>
        <p:nvSpPr>
          <p:cNvPr id="90" name="Shape 88"/>
          <p:cNvSpPr/>
          <p:nvPr/>
        </p:nvSpPr>
        <p:spPr>
          <a:xfrm>
            <a:off x="0" y="5943600"/>
            <a:ext cx="9144000" cy="914400"/>
          </a:xfrm>
          <a:prstGeom prst="rect">
            <a:avLst/>
          </a:prstGeom>
          <a:solidFill>
            <a:srgbClr val="0A0A0F">
              <a:alpha val="10000"/>
            </a:srgbClr>
          </a:solidFill>
          <a:ln w="12700">
            <a:solidFill>
              <a:srgbClr val="0A0A0F"/>
            </a:solidFill>
            <a:prstDash val="solid"/>
          </a:ln>
        </p:spPr>
      </p:sp>
      <p:sp>
        <p:nvSpPr>
          <p:cNvPr id="91" name="Text 89"/>
          <p:cNvSpPr/>
          <p:nvPr/>
        </p:nvSpPr>
        <p:spPr>
          <a:xfrm>
            <a:off x="0" y="0"/>
            <a:ext cx="9144000" cy="274320"/>
          </a:xfrm>
          <a:prstGeom prst="rect">
            <a:avLst/>
          </a:prstGeom>
          <a:noFill/>
          <a:ln/>
        </p:spPr>
        <p:txBody>
          <a:bodyPr wrap="square" rtlCol="0" anchor="ctr"/>
          <a:lstStyle/>
          <a:p>
            <a:pPr algn="ctr" indent="0" marL="0">
              <a:buNone/>
            </a:pPr>
            <a:r>
              <a:rPr lang="en-US" sz="1800" b="1" dirty="0">
                <a:solidFill>
                  <a:srgbClr val="00E5FF"/>
                </a:solidFill>
              </a:rPr>
              <a:t>Full System Topology</a:t>
            </a:r>
            <a:endParaRPr lang="en-US" sz="1800" dirty="0"/>
          </a:p>
        </p:txBody>
      </p:sp>
      <p:sp>
        <p:nvSpPr>
          <p:cNvPr id="92" name="Text 90"/>
          <p:cNvSpPr/>
          <p:nvPr/>
        </p:nvSpPr>
        <p:spPr>
          <a:xfrm>
            <a:off x="0" y="320040"/>
            <a:ext cx="9144000" cy="137160"/>
          </a:xfrm>
          <a:prstGeom prst="rect">
            <a:avLst/>
          </a:prstGeom>
          <a:noFill/>
          <a:ln/>
        </p:spPr>
        <p:txBody>
          <a:bodyPr wrap="square" rtlCol="0" anchor="ctr"/>
          <a:lstStyle/>
          <a:p>
            <a:pPr algn="ctr" indent="0" marL="0">
              <a:buNone/>
            </a:pPr>
            <a:r>
              <a:rPr lang="en-US" sz="1000" dirty="0">
                <a:solidFill>
                  <a:srgbClr val="CCCCCC"/>
                </a:solidFill>
              </a:rPr>
              <a:t>All Districts, All Evidence Packets, All Paths</a:t>
            </a:r>
            <a:endParaRPr lang="en-US" sz="1000" dirty="0"/>
          </a:p>
        </p:txBody>
      </p:sp>
      <p:sp>
        <p:nvSpPr>
          <p:cNvPr id="93" name="Shape 91"/>
          <p:cNvSpPr/>
          <p:nvPr/>
        </p:nvSpPr>
        <p:spPr>
          <a:xfrm>
            <a:off x="-3429000" y="1897380"/>
            <a:ext cx="1554480" cy="777240"/>
          </a:xfrm>
          <a:prstGeom prst="line">
            <a:avLst/>
          </a:prstGeom>
          <a:noFill/>
          <a:ln w="25400">
            <a:solidFill>
              <a:srgbClr val="00E5FF"/>
            </a:solidFill>
            <a:prstDash val="solid"/>
          </a:ln>
        </p:spPr>
      </p:sp>
      <p:sp>
        <p:nvSpPr>
          <p:cNvPr id="94" name="Shape 92"/>
          <p:cNvSpPr/>
          <p:nvPr/>
        </p:nvSpPr>
        <p:spPr>
          <a:xfrm>
            <a:off x="-1874520" y="2674620"/>
            <a:ext cx="0" cy="777240"/>
          </a:xfrm>
          <a:prstGeom prst="line">
            <a:avLst/>
          </a:prstGeom>
          <a:noFill/>
          <a:ln w="25400">
            <a:solidFill>
              <a:srgbClr val="00E5FF"/>
            </a:solidFill>
            <a:prstDash val="solid"/>
          </a:ln>
        </p:spPr>
      </p:sp>
      <p:sp>
        <p:nvSpPr>
          <p:cNvPr id="95" name="Shape 93"/>
          <p:cNvSpPr/>
          <p:nvPr/>
        </p:nvSpPr>
        <p:spPr>
          <a:xfrm>
            <a:off x="-1874520" y="3451860"/>
            <a:ext cx="-1554480" cy="777240"/>
          </a:xfrm>
          <a:prstGeom prst="line">
            <a:avLst/>
          </a:prstGeom>
          <a:noFill/>
          <a:ln w="25400">
            <a:solidFill>
              <a:srgbClr val="00E5FF"/>
            </a:solidFill>
            <a:prstDash val="solid"/>
          </a:ln>
        </p:spPr>
      </p:sp>
      <p:sp>
        <p:nvSpPr>
          <p:cNvPr id="96" name="Shape 94"/>
          <p:cNvSpPr/>
          <p:nvPr/>
        </p:nvSpPr>
        <p:spPr>
          <a:xfrm>
            <a:off x="-3429000" y="4229100"/>
            <a:ext cx="-1554480" cy="-777240"/>
          </a:xfrm>
          <a:prstGeom prst="line">
            <a:avLst/>
          </a:prstGeom>
          <a:noFill/>
          <a:ln w="25400">
            <a:solidFill>
              <a:srgbClr val="00E5FF"/>
            </a:solidFill>
            <a:prstDash val="solid"/>
          </a:ln>
        </p:spPr>
      </p:sp>
      <p:sp>
        <p:nvSpPr>
          <p:cNvPr id="97" name="Shape 95"/>
          <p:cNvSpPr/>
          <p:nvPr/>
        </p:nvSpPr>
        <p:spPr>
          <a:xfrm>
            <a:off x="-4983480" y="3451860"/>
            <a:ext cx="0" cy="-777240"/>
          </a:xfrm>
          <a:prstGeom prst="line">
            <a:avLst/>
          </a:prstGeom>
          <a:noFill/>
          <a:ln w="25400">
            <a:solidFill>
              <a:srgbClr val="00E5FF"/>
            </a:solidFill>
            <a:prstDash val="solid"/>
          </a:ln>
        </p:spPr>
      </p:sp>
      <p:sp>
        <p:nvSpPr>
          <p:cNvPr id="98" name="Shape 96"/>
          <p:cNvSpPr/>
          <p:nvPr/>
        </p:nvSpPr>
        <p:spPr>
          <a:xfrm>
            <a:off x="-4983480" y="2674620"/>
            <a:ext cx="1554480" cy="-777240"/>
          </a:xfrm>
          <a:prstGeom prst="line">
            <a:avLst/>
          </a:prstGeom>
          <a:noFill/>
          <a:ln w="25400">
            <a:solidFill>
              <a:srgbClr val="00E5FF"/>
            </a:solidFill>
            <a:prstDash val="solid"/>
          </a:ln>
        </p:spPr>
      </p:sp>
      <p:sp>
        <p:nvSpPr>
          <p:cNvPr id="99" name="Shape 97"/>
          <p:cNvSpPr/>
          <p:nvPr/>
        </p:nvSpPr>
        <p:spPr>
          <a:xfrm>
            <a:off x="-3794760" y="2080260"/>
            <a:ext cx="731520" cy="274320"/>
          </a:xfrm>
          <a:prstGeom prst="rect">
            <a:avLst/>
          </a:prstGeom>
          <a:solidFill>
            <a:srgbClr val="00E5FF">
              <a:alpha val="15000"/>
            </a:srgbClr>
          </a:solidFill>
          <a:ln w="25400">
            <a:solidFill>
              <a:srgbClr val="008B8B"/>
            </a:solidFill>
            <a:prstDash val="solid"/>
          </a:ln>
        </p:spPr>
      </p:sp>
      <p:sp>
        <p:nvSpPr>
          <p:cNvPr id="100" name="Text 98"/>
          <p:cNvSpPr/>
          <p:nvPr/>
        </p:nvSpPr>
        <p:spPr>
          <a:xfrm>
            <a:off x="-3749040" y="2125980"/>
            <a:ext cx="640080" cy="91440"/>
          </a:xfrm>
          <a:prstGeom prst="rect">
            <a:avLst/>
          </a:prstGeom>
          <a:noFill/>
          <a:ln/>
        </p:spPr>
        <p:txBody>
          <a:bodyPr wrap="square" rtlCol="0" anchor="ctr"/>
          <a:lstStyle/>
          <a:p>
            <a:pPr algn="ctr" indent="0" marL="0">
              <a:buNone/>
            </a:pPr>
            <a:r>
              <a:rPr lang="en-US" sz="500" b="1" dirty="0">
                <a:solidFill>
                  <a:srgbClr val="008B8B"/>
                </a:solidFill>
              </a:rPr>
              <a:t>INGRESS</a:t>
            </a:r>
            <a:endParaRPr lang="en-US" sz="500" dirty="0"/>
          </a:p>
        </p:txBody>
      </p:sp>
      <p:sp>
        <p:nvSpPr>
          <p:cNvPr id="101" name="Shape 99"/>
          <p:cNvSpPr/>
          <p:nvPr/>
        </p:nvSpPr>
        <p:spPr>
          <a:xfrm>
            <a:off x="-3703320" y="2880360"/>
            <a:ext cx="548640" cy="365760"/>
          </a:xfrm>
          <a:prstGeom prst="trapezoid">
            <a:avLst/>
          </a:prstGeom>
          <a:solidFill>
            <a:srgbClr val="00E5FF">
              <a:alpha val="15000"/>
            </a:srgbClr>
          </a:solidFill>
          <a:ln w="25400">
            <a:solidFill>
              <a:srgbClr val="008B8B"/>
            </a:solidFill>
            <a:prstDash val="solid"/>
          </a:ln>
        </p:spPr>
      </p:sp>
      <p:sp>
        <p:nvSpPr>
          <p:cNvPr id="102" name="Text 100"/>
          <p:cNvSpPr/>
          <p:nvPr/>
        </p:nvSpPr>
        <p:spPr>
          <a:xfrm>
            <a:off x="-3657600" y="3017520"/>
            <a:ext cx="457200" cy="91440"/>
          </a:xfrm>
          <a:prstGeom prst="rect">
            <a:avLst/>
          </a:prstGeom>
          <a:noFill/>
          <a:ln/>
        </p:spPr>
        <p:txBody>
          <a:bodyPr wrap="square" rtlCol="0" anchor="ctr"/>
          <a:lstStyle/>
          <a:p>
            <a:pPr algn="ctr" indent="0" marL="0">
              <a:buNone/>
            </a:pPr>
            <a:r>
              <a:rPr lang="en-US" sz="500" b="1" dirty="0">
                <a:solidFill>
                  <a:srgbClr val="008B8B"/>
                </a:solidFill>
              </a:rPr>
              <a:t>INTAKE</a:t>
            </a:r>
            <a:endParaRPr lang="en-US" sz="500" dirty="0"/>
          </a:p>
        </p:txBody>
      </p:sp>
      <p:sp>
        <p:nvSpPr>
          <p:cNvPr id="103" name="Shape 101"/>
          <p:cNvSpPr/>
          <p:nvPr/>
        </p:nvSpPr>
        <p:spPr>
          <a:xfrm>
            <a:off x="-3703320" y="3771900"/>
            <a:ext cx="548640" cy="274320"/>
          </a:xfrm>
          <a:prstGeom prst="rect">
            <a:avLst/>
          </a:prstGeom>
          <a:solidFill>
            <a:srgbClr val="00E5FF">
              <a:alpha val="15000"/>
            </a:srgbClr>
          </a:solidFill>
          <a:ln w="25400">
            <a:solidFill>
              <a:srgbClr val="008B8B"/>
            </a:solidFill>
            <a:prstDash val="solid"/>
          </a:ln>
        </p:spPr>
      </p:sp>
      <p:sp>
        <p:nvSpPr>
          <p:cNvPr id="104" name="Text 102"/>
          <p:cNvSpPr/>
          <p:nvPr/>
        </p:nvSpPr>
        <p:spPr>
          <a:xfrm>
            <a:off x="-3657600" y="3817620"/>
            <a:ext cx="457200" cy="91440"/>
          </a:xfrm>
          <a:prstGeom prst="rect">
            <a:avLst/>
          </a:prstGeom>
          <a:noFill/>
          <a:ln/>
        </p:spPr>
        <p:txBody>
          <a:bodyPr wrap="square" rtlCol="0" anchor="ctr"/>
          <a:lstStyle/>
          <a:p>
            <a:pPr algn="ctr" indent="0" marL="0">
              <a:buNone/>
            </a:pPr>
            <a:r>
              <a:rPr lang="en-US" sz="500" b="1" dirty="0">
                <a:solidFill>
                  <a:srgbClr val="008B8B"/>
                </a:solidFill>
              </a:rPr>
              <a:t>EMISSION</a:t>
            </a:r>
            <a:endParaRPr lang="en-US" sz="500" dirty="0"/>
          </a:p>
        </p:txBody>
      </p:sp>
      <p:sp>
        <p:nvSpPr>
          <p:cNvPr id="105" name="Shape 103"/>
          <p:cNvSpPr/>
          <p:nvPr/>
        </p:nvSpPr>
        <p:spPr>
          <a:xfrm>
            <a:off x="-2514600" y="1988820"/>
            <a:ext cx="548640" cy="109728"/>
          </a:xfrm>
          <a:prstGeom prst="rect">
            <a:avLst/>
          </a:prstGeom>
          <a:solidFill>
            <a:srgbClr val="008B8B">
              <a:alpha val="30000"/>
            </a:srgbClr>
          </a:solidFill>
          <a:ln w="12700">
            <a:solidFill>
              <a:srgbClr val="008B8B"/>
            </a:solidFill>
            <a:prstDash val="solid"/>
          </a:ln>
        </p:spPr>
      </p:sp>
      <p:sp>
        <p:nvSpPr>
          <p:cNvPr id="106" name="Text 104"/>
          <p:cNvSpPr/>
          <p:nvPr/>
        </p:nvSpPr>
        <p:spPr>
          <a:xfrm>
            <a:off x="-2468880" y="2007108"/>
            <a:ext cx="45720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EXTERNAL</a:t>
            </a:r>
            <a:endParaRPr lang="en-US" sz="400" dirty="0"/>
          </a:p>
        </p:txBody>
      </p:sp>
      <p:sp>
        <p:nvSpPr>
          <p:cNvPr id="107" name="Text 105"/>
          <p:cNvSpPr/>
          <p:nvPr/>
        </p:nvSpPr>
        <p:spPr>
          <a:xfrm>
            <a:off x="-3703320" y="3291840"/>
            <a:ext cx="548640" cy="137160"/>
          </a:xfrm>
          <a:prstGeom prst="rect">
            <a:avLst/>
          </a:prstGeom>
          <a:noFill/>
          <a:ln/>
        </p:spPr>
        <p:txBody>
          <a:bodyPr wrap="square" rtlCol="0" anchor="ctr"/>
          <a:lstStyle/>
          <a:p>
            <a:pPr algn="ctr" indent="0" marL="0">
              <a:buNone/>
            </a:pPr>
            <a:r>
              <a:rPr lang="en-US" sz="900" b="1" dirty="0">
                <a:solidFill>
                  <a:srgbClr val="00E5FF"/>
                </a:solidFill>
              </a:rPr>
              <a:t>GATEWAY</a:t>
            </a:r>
            <a:endParaRPr lang="en-US" sz="900" dirty="0"/>
          </a:p>
        </p:txBody>
      </p:sp>
      <p:sp>
        <p:nvSpPr>
          <p:cNvPr id="108" name="Shape 106"/>
          <p:cNvSpPr/>
          <p:nvPr/>
        </p:nvSpPr>
        <p:spPr>
          <a:xfrm>
            <a:off x="-1325880" y="2331720"/>
            <a:ext cx="2194560" cy="1463040"/>
          </a:xfrm>
          <a:prstGeom prst="ellipse">
            <a:avLst/>
          </a:prstGeom>
          <a:solidFill>
            <a:srgbClr val="FFC400">
              <a:alpha val="15000"/>
            </a:srgbClr>
          </a:solidFill>
          <a:ln w="38100">
            <a:solidFill>
              <a:srgbClr val="FFC400"/>
            </a:solidFill>
            <a:prstDash val="solid"/>
          </a:ln>
        </p:spPr>
      </p:sp>
      <p:sp>
        <p:nvSpPr>
          <p:cNvPr id="109" name="Text 107"/>
          <p:cNvSpPr/>
          <p:nvPr/>
        </p:nvSpPr>
        <p:spPr>
          <a:xfrm>
            <a:off x="-777240" y="2971800"/>
            <a:ext cx="1097280" cy="182880"/>
          </a:xfrm>
          <a:prstGeom prst="rect">
            <a:avLst/>
          </a:prstGeom>
          <a:noFill/>
          <a:ln/>
        </p:spPr>
        <p:txBody>
          <a:bodyPr wrap="square" rtlCol="0" anchor="ctr"/>
          <a:lstStyle/>
          <a:p>
            <a:pPr algn="ctr" indent="0" marL="0">
              <a:buNone/>
            </a:pPr>
            <a:r>
              <a:rPr lang="en-US" sz="700" b="1" dirty="0">
                <a:solidFill>
                  <a:srgbClr val="FFC400"/>
                </a:solidFill>
              </a:rPr>
              <a:t>EVIDENCE CORE</a:t>
            </a:r>
            <a:endParaRPr lang="en-US" sz="700" dirty="0"/>
          </a:p>
        </p:txBody>
      </p:sp>
      <p:sp>
        <p:nvSpPr>
          <p:cNvPr id="110" name="Shape 108"/>
          <p:cNvSpPr/>
          <p:nvPr/>
        </p:nvSpPr>
        <p:spPr>
          <a:xfrm>
            <a:off x="-1618488" y="2132015"/>
            <a:ext cx="2779776" cy="1862450"/>
          </a:xfrm>
          <a:prstGeom prst="ellipse">
            <a:avLst/>
          </a:prstGeom>
          <a:solidFill>
            <a:srgbClr val="FFC400">
              <a:alpha val="5000"/>
            </a:srgbClr>
          </a:solidFill>
          <a:ln w="25400">
            <a:solidFill>
              <a:srgbClr val="FF8C00"/>
            </a:solidFill>
            <a:prstDash val="dash"/>
          </a:ln>
        </p:spPr>
      </p:sp>
      <p:sp>
        <p:nvSpPr>
          <p:cNvPr id="111" name="Shape 109"/>
          <p:cNvSpPr/>
          <p:nvPr/>
        </p:nvSpPr>
        <p:spPr>
          <a:xfrm>
            <a:off x="-1911096" y="1935968"/>
            <a:ext cx="3364992" cy="2254545"/>
          </a:xfrm>
          <a:prstGeom prst="ellipse">
            <a:avLst/>
          </a:prstGeom>
          <a:solidFill>
            <a:srgbClr val="FFC400">
              <a:alpha val="5000"/>
            </a:srgbClr>
          </a:solidFill>
          <a:ln w="25400">
            <a:solidFill>
              <a:srgbClr val="FF8C00"/>
            </a:solidFill>
            <a:prstDash val="dash"/>
          </a:ln>
        </p:spPr>
      </p:sp>
      <p:sp>
        <p:nvSpPr>
          <p:cNvPr id="112" name="Shape 110"/>
          <p:cNvSpPr/>
          <p:nvPr/>
        </p:nvSpPr>
        <p:spPr>
          <a:xfrm>
            <a:off x="-2203704" y="1739920"/>
            <a:ext cx="3950208" cy="2646639"/>
          </a:xfrm>
          <a:prstGeom prst="ellipse">
            <a:avLst/>
          </a:prstGeom>
          <a:solidFill>
            <a:srgbClr val="FFC400">
              <a:alpha val="5000"/>
            </a:srgbClr>
          </a:solidFill>
          <a:ln w="25400">
            <a:solidFill>
              <a:srgbClr val="FF8C00"/>
            </a:solidFill>
            <a:prstDash val="dash"/>
          </a:ln>
        </p:spPr>
      </p:sp>
      <p:sp>
        <p:nvSpPr>
          <p:cNvPr id="113" name="Shape 111"/>
          <p:cNvSpPr/>
          <p:nvPr/>
        </p:nvSpPr>
        <p:spPr>
          <a:xfrm>
            <a:off x="-2368296" y="1629644"/>
            <a:ext cx="4279392" cy="2867193"/>
          </a:xfrm>
          <a:prstGeom prst="ellipse">
            <a:avLst/>
          </a:prstGeom>
          <a:solidFill>
            <a:srgbClr val="FFC400">
              <a:alpha val="3000"/>
            </a:srgbClr>
          </a:solidFill>
          <a:ln w="12700">
            <a:solidFill>
              <a:srgbClr val="FF8C00"/>
            </a:solidFill>
            <a:prstDash val="dash"/>
          </a:ln>
        </p:spPr>
      </p:sp>
      <p:sp>
        <p:nvSpPr>
          <p:cNvPr id="114" name="Shape 112"/>
          <p:cNvSpPr/>
          <p:nvPr/>
        </p:nvSpPr>
        <p:spPr>
          <a:xfrm>
            <a:off x="-740664" y="1325880"/>
            <a:ext cx="1024128" cy="320040"/>
          </a:xfrm>
          <a:prstGeom prst="rect">
            <a:avLst/>
          </a:prstGeom>
          <a:solidFill>
            <a:srgbClr val="FFC400">
              <a:alpha val="15000"/>
            </a:srgbClr>
          </a:solidFill>
          <a:ln w="25400">
            <a:solidFill>
              <a:srgbClr val="FF8C00"/>
            </a:solidFill>
            <a:prstDash val="solid"/>
          </a:ln>
        </p:spPr>
      </p:sp>
      <p:sp>
        <p:nvSpPr>
          <p:cNvPr id="115" name="Text 113"/>
          <p:cNvSpPr/>
          <p:nvPr/>
        </p:nvSpPr>
        <p:spPr>
          <a:xfrm>
            <a:off x="-676656" y="1417320"/>
            <a:ext cx="896112" cy="96012"/>
          </a:xfrm>
          <a:prstGeom prst="rect">
            <a:avLst/>
          </a:prstGeom>
          <a:noFill/>
          <a:ln/>
        </p:spPr>
        <p:txBody>
          <a:bodyPr wrap="square" rtlCol="0" anchor="ctr"/>
          <a:lstStyle/>
          <a:p>
            <a:pPr algn="ctr" indent="0" marL="0">
              <a:buNone/>
            </a:pPr>
            <a:r>
              <a:rPr lang="en-US" sz="500" b="1" dirty="0">
                <a:solidFill>
                  <a:srgbClr val="FF8C00"/>
                </a:solidFill>
              </a:rPr>
              <a:t>CAUSAL OBSERVATORY</a:t>
            </a:r>
            <a:endParaRPr lang="en-US" sz="500" dirty="0"/>
          </a:p>
        </p:txBody>
      </p:sp>
      <p:sp>
        <p:nvSpPr>
          <p:cNvPr id="116" name="Shape 114"/>
          <p:cNvSpPr/>
          <p:nvPr/>
        </p:nvSpPr>
        <p:spPr>
          <a:xfrm>
            <a:off x="-502920" y="4709160"/>
            <a:ext cx="457200" cy="182880"/>
          </a:xfrm>
          <a:prstGeom prst="rect">
            <a:avLst/>
          </a:prstGeom>
          <a:solidFill>
            <a:srgbClr val="FFC400">
              <a:alpha val="15000"/>
            </a:srgbClr>
          </a:solidFill>
          <a:ln w="25400">
            <a:solidFill>
              <a:srgbClr val="FF8C00"/>
            </a:solidFill>
            <a:prstDash val="solid"/>
          </a:ln>
        </p:spPr>
      </p:sp>
      <p:sp>
        <p:nvSpPr>
          <p:cNvPr id="117" name="Text 115"/>
          <p:cNvSpPr/>
          <p:nvPr/>
        </p:nvSpPr>
        <p:spPr>
          <a:xfrm>
            <a:off x="-41148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1</a:t>
            </a:r>
            <a:endParaRPr lang="en-US" sz="400" dirty="0"/>
          </a:p>
        </p:txBody>
      </p:sp>
      <p:sp>
        <p:nvSpPr>
          <p:cNvPr id="118" name="Shape 116"/>
          <p:cNvSpPr/>
          <p:nvPr/>
        </p:nvSpPr>
        <p:spPr>
          <a:xfrm>
            <a:off x="45720" y="4709160"/>
            <a:ext cx="457200" cy="182880"/>
          </a:xfrm>
          <a:prstGeom prst="rect">
            <a:avLst/>
          </a:prstGeom>
          <a:solidFill>
            <a:srgbClr val="FFC400">
              <a:alpha val="15000"/>
            </a:srgbClr>
          </a:solidFill>
          <a:ln w="25400">
            <a:solidFill>
              <a:srgbClr val="FF8C00"/>
            </a:solidFill>
            <a:prstDash val="solid"/>
          </a:ln>
        </p:spPr>
      </p:sp>
      <p:sp>
        <p:nvSpPr>
          <p:cNvPr id="119" name="Text 117"/>
          <p:cNvSpPr/>
          <p:nvPr/>
        </p:nvSpPr>
        <p:spPr>
          <a:xfrm>
            <a:off x="137160" y="4754880"/>
            <a:ext cx="365760" cy="45720"/>
          </a:xfrm>
          <a:prstGeom prst="rect">
            <a:avLst/>
          </a:prstGeom>
          <a:noFill/>
          <a:ln/>
        </p:spPr>
        <p:txBody>
          <a:bodyPr wrap="square" rtlCol="0" anchor="ctr"/>
          <a:lstStyle/>
          <a:p>
            <a:pPr algn="ctr" indent="0" marL="0">
              <a:buNone/>
            </a:pPr>
            <a:r>
              <a:rPr lang="en-US" sz="400" b="1" dirty="0">
                <a:solidFill>
                  <a:srgbClr val="FF8C00"/>
                </a:solidFill>
              </a:rPr>
              <a:t>CHAMBER 2</a:t>
            </a:r>
            <a:endParaRPr lang="en-US" sz="400" dirty="0"/>
          </a:p>
        </p:txBody>
      </p:sp>
      <p:sp>
        <p:nvSpPr>
          <p:cNvPr id="120" name="Shape 118"/>
          <p:cNvSpPr/>
          <p:nvPr/>
        </p:nvSpPr>
        <p:spPr>
          <a:xfrm>
            <a:off x="1600200" y="4434840"/>
            <a:ext cx="548640" cy="457200"/>
          </a:xfrm>
          <a:prstGeom prst="rect">
            <a:avLst/>
          </a:prstGeom>
          <a:solidFill>
            <a:srgbClr val="FF0000">
              <a:alpha val="20000"/>
            </a:srgbClr>
          </a:solidFill>
          <a:ln w="25400">
            <a:solidFill>
              <a:srgbClr val="FF0000"/>
            </a:solidFill>
            <a:prstDash val="solid"/>
          </a:ln>
        </p:spPr>
      </p:sp>
      <p:sp>
        <p:nvSpPr>
          <p:cNvPr id="121" name="Text 119"/>
          <p:cNvSpPr/>
          <p:nvPr/>
        </p:nvSpPr>
        <p:spPr>
          <a:xfrm>
            <a:off x="1645920" y="4480560"/>
            <a:ext cx="457200" cy="91440"/>
          </a:xfrm>
          <a:prstGeom prst="rect">
            <a:avLst/>
          </a:prstGeom>
          <a:noFill/>
          <a:ln/>
        </p:spPr>
        <p:txBody>
          <a:bodyPr wrap="square" rtlCol="0" anchor="ctr"/>
          <a:lstStyle/>
          <a:p>
            <a:pPr algn="ctr" indent="0" marL="0">
              <a:buNone/>
            </a:pPr>
            <a:r>
              <a:rPr lang="en-US" sz="400" b="1" dirty="0">
                <a:solidFill>
                  <a:srgbClr val="FF0000"/>
                </a:solidFill>
              </a:rPr>
              <a:t>REJECTION</a:t>
            </a:r>
            <a:endParaRPr lang="en-US" sz="400" dirty="0"/>
          </a:p>
        </p:txBody>
      </p:sp>
      <p:sp>
        <p:nvSpPr>
          <p:cNvPr id="122" name="Shape 120"/>
          <p:cNvSpPr/>
          <p:nvPr/>
        </p:nvSpPr>
        <p:spPr>
          <a:xfrm>
            <a:off x="-594360" y="1234440"/>
            <a:ext cx="731520" cy="182880"/>
          </a:xfrm>
          <a:prstGeom prst="rect">
            <a:avLst/>
          </a:prstGeom>
          <a:solidFill>
            <a:srgbClr val="FF8C00">
              <a:alpha val="30000"/>
            </a:srgbClr>
          </a:solidFill>
          <a:ln w="12700">
            <a:solidFill>
              <a:srgbClr val="FF8C00"/>
            </a:solidFill>
            <a:prstDash val="solid"/>
          </a:ln>
        </p:spPr>
      </p:sp>
      <p:sp>
        <p:nvSpPr>
          <p:cNvPr id="123" name="Text 121"/>
          <p:cNvSpPr/>
          <p:nvPr/>
        </p:nvSpPr>
        <p:spPr>
          <a:xfrm>
            <a:off x="-548640" y="1252728"/>
            <a:ext cx="640080" cy="13716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KERNEL</a:t>
            </a:r>
            <a:endParaRPr lang="en-US" sz="500" dirty="0"/>
          </a:p>
        </p:txBody>
      </p:sp>
      <p:sp>
        <p:nvSpPr>
          <p:cNvPr id="124" name="Text 122"/>
          <p:cNvSpPr/>
          <p:nvPr/>
        </p:nvSpPr>
        <p:spPr>
          <a:xfrm>
            <a:off x="-502920" y="3520440"/>
            <a:ext cx="548640" cy="137160"/>
          </a:xfrm>
          <a:prstGeom prst="rect">
            <a:avLst/>
          </a:prstGeom>
          <a:noFill/>
          <a:ln/>
        </p:spPr>
        <p:txBody>
          <a:bodyPr wrap="square" rtlCol="0" anchor="ctr"/>
          <a:lstStyle/>
          <a:p>
            <a:pPr algn="ctr" indent="0" marL="0">
              <a:buNone/>
            </a:pPr>
            <a:r>
              <a:rPr lang="en-US" sz="1200" b="1" dirty="0">
                <a:solidFill>
                  <a:srgbClr val="FFC400"/>
                </a:solidFill>
              </a:rPr>
              <a:t>WITNESS</a:t>
            </a:r>
            <a:endParaRPr lang="en-US" sz="1200" dirty="0"/>
          </a:p>
        </p:txBody>
      </p:sp>
      <p:sp>
        <p:nvSpPr>
          <p:cNvPr id="125" name="Shape 123"/>
          <p:cNvSpPr/>
          <p:nvPr/>
        </p:nvSpPr>
        <p:spPr>
          <a:xfrm>
            <a:off x="0" y="2423160"/>
            <a:ext cx="9144000" cy="228600"/>
          </a:xfrm>
          <a:prstGeom prst="rect">
            <a:avLst/>
          </a:prstGeom>
          <a:solidFill>
            <a:srgbClr val="404040">
              <a:alpha val="10000"/>
            </a:srgbClr>
          </a:solidFill>
          <a:ln w="12700">
            <a:solidFill>
              <a:srgbClr val="707070"/>
            </a:solidFill>
            <a:prstDash val="solid"/>
          </a:ln>
        </p:spPr>
      </p:sp>
      <p:sp>
        <p:nvSpPr>
          <p:cNvPr id="126" name="Shape 124"/>
          <p:cNvSpPr/>
          <p:nvPr/>
        </p:nvSpPr>
        <p:spPr>
          <a:xfrm>
            <a:off x="0" y="2651760"/>
            <a:ext cx="9144000" cy="228600"/>
          </a:xfrm>
          <a:prstGeom prst="rect">
            <a:avLst/>
          </a:prstGeom>
          <a:solidFill>
            <a:srgbClr val="505050">
              <a:alpha val="10000"/>
            </a:srgbClr>
          </a:solidFill>
          <a:ln w="12700">
            <a:solidFill>
              <a:srgbClr val="707070"/>
            </a:solidFill>
            <a:prstDash val="solid"/>
          </a:ln>
        </p:spPr>
      </p:sp>
      <p:sp>
        <p:nvSpPr>
          <p:cNvPr id="127" name="Shape 125"/>
          <p:cNvSpPr/>
          <p:nvPr/>
        </p:nvSpPr>
        <p:spPr>
          <a:xfrm>
            <a:off x="0" y="2880360"/>
            <a:ext cx="9144000" cy="228600"/>
          </a:xfrm>
          <a:prstGeom prst="rect">
            <a:avLst/>
          </a:prstGeom>
          <a:solidFill>
            <a:srgbClr val="606060">
              <a:alpha val="10000"/>
            </a:srgbClr>
          </a:solidFill>
          <a:ln w="12700">
            <a:solidFill>
              <a:srgbClr val="707070"/>
            </a:solidFill>
            <a:prstDash val="solid"/>
          </a:ln>
        </p:spPr>
      </p:sp>
      <p:sp>
        <p:nvSpPr>
          <p:cNvPr id="128" name="Shape 126"/>
          <p:cNvSpPr/>
          <p:nvPr/>
        </p:nvSpPr>
        <p:spPr>
          <a:xfrm>
            <a:off x="0" y="3108960"/>
            <a:ext cx="9144000" cy="228600"/>
          </a:xfrm>
          <a:prstGeom prst="rect">
            <a:avLst/>
          </a:prstGeom>
          <a:solidFill>
            <a:srgbClr val="505050">
              <a:alpha val="10000"/>
            </a:srgbClr>
          </a:solidFill>
          <a:ln w="12700">
            <a:solidFill>
              <a:srgbClr val="707070"/>
            </a:solidFill>
            <a:prstDash val="solid"/>
          </a:ln>
        </p:spPr>
      </p:sp>
      <p:sp>
        <p:nvSpPr>
          <p:cNvPr id="129" name="Shape 127"/>
          <p:cNvSpPr/>
          <p:nvPr/>
        </p:nvSpPr>
        <p:spPr>
          <a:xfrm>
            <a:off x="0" y="3337560"/>
            <a:ext cx="9144000" cy="228600"/>
          </a:xfrm>
          <a:prstGeom prst="rect">
            <a:avLst/>
          </a:prstGeom>
          <a:solidFill>
            <a:srgbClr val="404040">
              <a:alpha val="10000"/>
            </a:srgbClr>
          </a:solidFill>
          <a:ln w="12700">
            <a:solidFill>
              <a:srgbClr val="707070"/>
            </a:solidFill>
            <a:prstDash val="solid"/>
          </a:ln>
        </p:spPr>
      </p:sp>
      <p:sp>
        <p:nvSpPr>
          <p:cNvPr id="130" name="Shape 128"/>
          <p:cNvSpPr/>
          <p:nvPr/>
        </p:nvSpPr>
        <p:spPr>
          <a:xfrm>
            <a:off x="457200" y="2423160"/>
            <a:ext cx="1097280" cy="3154680"/>
          </a:xfrm>
          <a:prstGeom prst="rect">
            <a:avLst/>
          </a:prstGeom>
          <a:solidFill>
            <a:srgbClr val="454545">
              <a:alpha val="15000"/>
            </a:srgbClr>
          </a:solidFill>
          <a:ln w="12700">
            <a:solidFill>
              <a:srgbClr val="757575"/>
            </a:solidFill>
            <a:prstDash val="solid"/>
          </a:ln>
        </p:spPr>
      </p:sp>
      <p:sp>
        <p:nvSpPr>
          <p:cNvPr id="131" name="Shape 129"/>
          <p:cNvSpPr/>
          <p:nvPr/>
        </p:nvSpPr>
        <p:spPr>
          <a:xfrm>
            <a:off x="2286000" y="2423160"/>
            <a:ext cx="1097280" cy="3154680"/>
          </a:xfrm>
          <a:prstGeom prst="rect">
            <a:avLst/>
          </a:prstGeom>
          <a:solidFill>
            <a:srgbClr val="555555">
              <a:alpha val="15000"/>
            </a:srgbClr>
          </a:solidFill>
          <a:ln w="12700">
            <a:solidFill>
              <a:srgbClr val="757575"/>
            </a:solidFill>
            <a:prstDash val="solid"/>
          </a:ln>
        </p:spPr>
      </p:sp>
      <p:sp>
        <p:nvSpPr>
          <p:cNvPr id="132" name="Shape 130"/>
          <p:cNvSpPr/>
          <p:nvPr/>
        </p:nvSpPr>
        <p:spPr>
          <a:xfrm>
            <a:off x="4114800" y="2423160"/>
            <a:ext cx="1097280" cy="3154680"/>
          </a:xfrm>
          <a:prstGeom prst="rect">
            <a:avLst/>
          </a:prstGeom>
          <a:solidFill>
            <a:srgbClr val="656565">
              <a:alpha val="15000"/>
            </a:srgbClr>
          </a:solidFill>
          <a:ln w="12700">
            <a:solidFill>
              <a:srgbClr val="757575"/>
            </a:solidFill>
            <a:prstDash val="solid"/>
          </a:ln>
        </p:spPr>
      </p:sp>
      <p:sp>
        <p:nvSpPr>
          <p:cNvPr id="133" name="Shape 131"/>
          <p:cNvSpPr/>
          <p:nvPr/>
        </p:nvSpPr>
        <p:spPr>
          <a:xfrm>
            <a:off x="914400" y="2697480"/>
            <a:ext cx="365760" cy="274320"/>
          </a:xfrm>
          <a:prstGeom prst="rect">
            <a:avLst/>
          </a:prstGeom>
          <a:solidFill>
            <a:srgbClr val="4A4A4A">
              <a:alpha val="20000"/>
            </a:srgbClr>
          </a:solidFill>
          <a:ln w="25400">
            <a:solidFill>
              <a:srgbClr val="7A7A7A"/>
            </a:solidFill>
            <a:prstDash val="solid"/>
          </a:ln>
        </p:spPr>
      </p:sp>
      <p:sp>
        <p:nvSpPr>
          <p:cNvPr id="134" name="Text 132"/>
          <p:cNvSpPr/>
          <p:nvPr/>
        </p:nvSpPr>
        <p:spPr>
          <a:xfrm>
            <a:off x="1005840" y="2880360"/>
            <a:ext cx="274320" cy="68580"/>
          </a:xfrm>
          <a:prstGeom prst="rect">
            <a:avLst/>
          </a:prstGeom>
          <a:noFill/>
          <a:ln/>
        </p:spPr>
        <p:txBody>
          <a:bodyPr wrap="square" rtlCol="0" anchor="ctr"/>
          <a:lstStyle/>
          <a:p>
            <a:pPr algn="ctr" indent="0" marL="0">
              <a:buNone/>
            </a:pPr>
            <a:r>
              <a:rPr lang="en-US" sz="500" dirty="0">
                <a:solidFill>
                  <a:srgbClr val="9A9A9A"/>
                </a:solidFill>
              </a:rPr>
              <a:t>VAULT 1</a:t>
            </a:r>
            <a:endParaRPr lang="en-US" sz="500" dirty="0"/>
          </a:p>
        </p:txBody>
      </p:sp>
      <p:sp>
        <p:nvSpPr>
          <p:cNvPr id="135" name="Shape 133"/>
          <p:cNvSpPr/>
          <p:nvPr/>
        </p:nvSpPr>
        <p:spPr>
          <a:xfrm>
            <a:off x="3200400" y="2971800"/>
            <a:ext cx="365760" cy="274320"/>
          </a:xfrm>
          <a:prstGeom prst="rect">
            <a:avLst/>
          </a:prstGeom>
          <a:solidFill>
            <a:srgbClr val="4A4A4A">
              <a:alpha val="20000"/>
            </a:srgbClr>
          </a:solidFill>
          <a:ln w="25400">
            <a:solidFill>
              <a:srgbClr val="7A7A7A"/>
            </a:solidFill>
            <a:prstDash val="solid"/>
          </a:ln>
        </p:spPr>
      </p:sp>
      <p:sp>
        <p:nvSpPr>
          <p:cNvPr id="136" name="Text 134"/>
          <p:cNvSpPr/>
          <p:nvPr/>
        </p:nvSpPr>
        <p:spPr>
          <a:xfrm>
            <a:off x="3291840" y="3154680"/>
            <a:ext cx="274320" cy="68580"/>
          </a:xfrm>
          <a:prstGeom prst="rect">
            <a:avLst/>
          </a:prstGeom>
          <a:noFill/>
          <a:ln/>
        </p:spPr>
        <p:txBody>
          <a:bodyPr wrap="square" rtlCol="0" anchor="ctr"/>
          <a:lstStyle/>
          <a:p>
            <a:pPr algn="ctr" indent="0" marL="0">
              <a:buNone/>
            </a:pPr>
            <a:r>
              <a:rPr lang="en-US" sz="500" dirty="0">
                <a:solidFill>
                  <a:srgbClr val="9A9A9A"/>
                </a:solidFill>
              </a:rPr>
              <a:t>VAULT 2</a:t>
            </a:r>
            <a:endParaRPr lang="en-US" sz="500" dirty="0"/>
          </a:p>
        </p:txBody>
      </p:sp>
      <p:sp>
        <p:nvSpPr>
          <p:cNvPr id="137" name="Shape 135"/>
          <p:cNvSpPr/>
          <p:nvPr/>
        </p:nvSpPr>
        <p:spPr>
          <a:xfrm>
            <a:off x="5486400" y="2788920"/>
            <a:ext cx="365760" cy="274320"/>
          </a:xfrm>
          <a:prstGeom prst="rect">
            <a:avLst/>
          </a:prstGeom>
          <a:solidFill>
            <a:srgbClr val="4A4A4A">
              <a:alpha val="20000"/>
            </a:srgbClr>
          </a:solidFill>
          <a:ln w="25400">
            <a:solidFill>
              <a:srgbClr val="7A7A7A"/>
            </a:solidFill>
            <a:prstDash val="solid"/>
          </a:ln>
        </p:spPr>
      </p:sp>
      <p:sp>
        <p:nvSpPr>
          <p:cNvPr id="138" name="Text 136"/>
          <p:cNvSpPr/>
          <p:nvPr/>
        </p:nvSpPr>
        <p:spPr>
          <a:xfrm>
            <a:off x="5577840" y="2971800"/>
            <a:ext cx="274320" cy="68580"/>
          </a:xfrm>
          <a:prstGeom prst="rect">
            <a:avLst/>
          </a:prstGeom>
          <a:noFill/>
          <a:ln/>
        </p:spPr>
        <p:txBody>
          <a:bodyPr wrap="square" rtlCol="0" anchor="ctr"/>
          <a:lstStyle/>
          <a:p>
            <a:pPr algn="ctr" indent="0" marL="0">
              <a:buNone/>
            </a:pPr>
            <a:r>
              <a:rPr lang="en-US" sz="500" dirty="0">
                <a:solidFill>
                  <a:srgbClr val="9A9A9A"/>
                </a:solidFill>
              </a:rPr>
              <a:t>VAULT 3</a:t>
            </a:r>
            <a:endParaRPr lang="en-US" sz="500" dirty="0"/>
          </a:p>
        </p:txBody>
      </p:sp>
      <p:sp>
        <p:nvSpPr>
          <p:cNvPr id="139" name="Shape 137"/>
          <p:cNvSpPr/>
          <p:nvPr/>
        </p:nvSpPr>
        <p:spPr>
          <a:xfrm>
            <a:off x="7772400" y="2880360"/>
            <a:ext cx="365760" cy="274320"/>
          </a:xfrm>
          <a:prstGeom prst="rect">
            <a:avLst/>
          </a:prstGeom>
          <a:solidFill>
            <a:srgbClr val="4A4A4A">
              <a:alpha val="20000"/>
            </a:srgbClr>
          </a:solidFill>
          <a:ln w="25400">
            <a:solidFill>
              <a:srgbClr val="7A7A7A"/>
            </a:solidFill>
            <a:prstDash val="solid"/>
          </a:ln>
        </p:spPr>
      </p:sp>
      <p:sp>
        <p:nvSpPr>
          <p:cNvPr id="140" name="Text 138"/>
          <p:cNvSpPr/>
          <p:nvPr/>
        </p:nvSpPr>
        <p:spPr>
          <a:xfrm>
            <a:off x="7863840" y="3063240"/>
            <a:ext cx="274320" cy="68580"/>
          </a:xfrm>
          <a:prstGeom prst="rect">
            <a:avLst/>
          </a:prstGeom>
          <a:noFill/>
          <a:ln/>
        </p:spPr>
        <p:txBody>
          <a:bodyPr wrap="square" rtlCol="0" anchor="ctr"/>
          <a:lstStyle/>
          <a:p>
            <a:pPr algn="ctr" indent="0" marL="0">
              <a:buNone/>
            </a:pPr>
            <a:r>
              <a:rPr lang="en-US" sz="500" dirty="0">
                <a:solidFill>
                  <a:srgbClr val="9A9A9A"/>
                </a:solidFill>
              </a:rPr>
              <a:t>VAULT 4</a:t>
            </a:r>
            <a:endParaRPr lang="en-US" sz="500" dirty="0"/>
          </a:p>
        </p:txBody>
      </p:sp>
      <p:sp>
        <p:nvSpPr>
          <p:cNvPr id="141" name="Shape 139"/>
          <p:cNvSpPr/>
          <p:nvPr/>
        </p:nvSpPr>
        <p:spPr>
          <a:xfrm>
            <a:off x="0" y="2423160"/>
            <a:ext cx="0" cy="3154680"/>
          </a:xfrm>
          <a:prstGeom prst="line">
            <a:avLst/>
          </a:prstGeom>
          <a:noFill/>
          <a:ln w="6350">
            <a:solidFill>
              <a:srgbClr val="555555"/>
            </a:solidFill>
            <a:prstDash val="dash"/>
          </a:ln>
        </p:spPr>
      </p:sp>
      <p:sp>
        <p:nvSpPr>
          <p:cNvPr id="142" name="Shape 140"/>
          <p:cNvSpPr/>
          <p:nvPr/>
        </p:nvSpPr>
        <p:spPr>
          <a:xfrm>
            <a:off x="274320" y="2423160"/>
            <a:ext cx="0" cy="3154680"/>
          </a:xfrm>
          <a:prstGeom prst="line">
            <a:avLst/>
          </a:prstGeom>
          <a:noFill/>
          <a:ln w="6350">
            <a:solidFill>
              <a:srgbClr val="555555"/>
            </a:solidFill>
            <a:prstDash val="dash"/>
          </a:ln>
        </p:spPr>
      </p:sp>
      <p:sp>
        <p:nvSpPr>
          <p:cNvPr id="143" name="Shape 141"/>
          <p:cNvSpPr/>
          <p:nvPr/>
        </p:nvSpPr>
        <p:spPr>
          <a:xfrm>
            <a:off x="548640" y="2423160"/>
            <a:ext cx="0" cy="3154680"/>
          </a:xfrm>
          <a:prstGeom prst="line">
            <a:avLst/>
          </a:prstGeom>
          <a:noFill/>
          <a:ln w="6350">
            <a:solidFill>
              <a:srgbClr val="555555"/>
            </a:solidFill>
            <a:prstDash val="dash"/>
          </a:ln>
        </p:spPr>
      </p:sp>
      <p:sp>
        <p:nvSpPr>
          <p:cNvPr id="144" name="Shape 142"/>
          <p:cNvSpPr/>
          <p:nvPr/>
        </p:nvSpPr>
        <p:spPr>
          <a:xfrm>
            <a:off x="822960" y="2423160"/>
            <a:ext cx="0" cy="3154680"/>
          </a:xfrm>
          <a:prstGeom prst="line">
            <a:avLst/>
          </a:prstGeom>
          <a:noFill/>
          <a:ln w="6350">
            <a:solidFill>
              <a:srgbClr val="555555"/>
            </a:solidFill>
            <a:prstDash val="dash"/>
          </a:ln>
        </p:spPr>
      </p:sp>
      <p:sp>
        <p:nvSpPr>
          <p:cNvPr id="145" name="Shape 143"/>
          <p:cNvSpPr/>
          <p:nvPr/>
        </p:nvSpPr>
        <p:spPr>
          <a:xfrm>
            <a:off x="1097280" y="2423160"/>
            <a:ext cx="0" cy="3154680"/>
          </a:xfrm>
          <a:prstGeom prst="line">
            <a:avLst/>
          </a:prstGeom>
          <a:noFill/>
          <a:ln w="6350">
            <a:solidFill>
              <a:srgbClr val="555555"/>
            </a:solidFill>
            <a:prstDash val="dash"/>
          </a:ln>
        </p:spPr>
      </p:sp>
      <p:sp>
        <p:nvSpPr>
          <p:cNvPr id="146" name="Shape 144"/>
          <p:cNvSpPr/>
          <p:nvPr/>
        </p:nvSpPr>
        <p:spPr>
          <a:xfrm>
            <a:off x="1371600" y="2423160"/>
            <a:ext cx="0" cy="3154680"/>
          </a:xfrm>
          <a:prstGeom prst="line">
            <a:avLst/>
          </a:prstGeom>
          <a:noFill/>
          <a:ln w="6350">
            <a:solidFill>
              <a:srgbClr val="555555"/>
            </a:solidFill>
            <a:prstDash val="dash"/>
          </a:ln>
        </p:spPr>
      </p:sp>
      <p:sp>
        <p:nvSpPr>
          <p:cNvPr id="147" name="Shape 145"/>
          <p:cNvSpPr/>
          <p:nvPr/>
        </p:nvSpPr>
        <p:spPr>
          <a:xfrm>
            <a:off x="1645920" y="2423160"/>
            <a:ext cx="0" cy="3154680"/>
          </a:xfrm>
          <a:prstGeom prst="line">
            <a:avLst/>
          </a:prstGeom>
          <a:noFill/>
          <a:ln w="6350">
            <a:solidFill>
              <a:srgbClr val="555555"/>
            </a:solidFill>
            <a:prstDash val="dash"/>
          </a:ln>
        </p:spPr>
      </p:sp>
      <p:sp>
        <p:nvSpPr>
          <p:cNvPr id="148" name="Shape 146"/>
          <p:cNvSpPr/>
          <p:nvPr/>
        </p:nvSpPr>
        <p:spPr>
          <a:xfrm>
            <a:off x="1920240" y="2423160"/>
            <a:ext cx="0" cy="3154680"/>
          </a:xfrm>
          <a:prstGeom prst="line">
            <a:avLst/>
          </a:prstGeom>
          <a:noFill/>
          <a:ln w="6350">
            <a:solidFill>
              <a:srgbClr val="555555"/>
            </a:solidFill>
            <a:prstDash val="dash"/>
          </a:ln>
        </p:spPr>
      </p:sp>
      <p:sp>
        <p:nvSpPr>
          <p:cNvPr id="149" name="Shape 147"/>
          <p:cNvSpPr/>
          <p:nvPr/>
        </p:nvSpPr>
        <p:spPr>
          <a:xfrm>
            <a:off x="2194560" y="2423160"/>
            <a:ext cx="0" cy="3154680"/>
          </a:xfrm>
          <a:prstGeom prst="line">
            <a:avLst/>
          </a:prstGeom>
          <a:noFill/>
          <a:ln w="6350">
            <a:solidFill>
              <a:srgbClr val="555555"/>
            </a:solidFill>
            <a:prstDash val="dash"/>
          </a:ln>
        </p:spPr>
      </p:sp>
      <p:sp>
        <p:nvSpPr>
          <p:cNvPr id="150" name="Shape 148"/>
          <p:cNvSpPr/>
          <p:nvPr/>
        </p:nvSpPr>
        <p:spPr>
          <a:xfrm>
            <a:off x="2468880" y="2423160"/>
            <a:ext cx="0" cy="3154680"/>
          </a:xfrm>
          <a:prstGeom prst="line">
            <a:avLst/>
          </a:prstGeom>
          <a:noFill/>
          <a:ln w="6350">
            <a:solidFill>
              <a:srgbClr val="555555"/>
            </a:solidFill>
            <a:prstDash val="dash"/>
          </a:ln>
        </p:spPr>
      </p:sp>
      <p:sp>
        <p:nvSpPr>
          <p:cNvPr id="151" name="Shape 149"/>
          <p:cNvSpPr/>
          <p:nvPr/>
        </p:nvSpPr>
        <p:spPr>
          <a:xfrm>
            <a:off x="2743200" y="2423160"/>
            <a:ext cx="0" cy="3154680"/>
          </a:xfrm>
          <a:prstGeom prst="line">
            <a:avLst/>
          </a:prstGeom>
          <a:noFill/>
          <a:ln w="6350">
            <a:solidFill>
              <a:srgbClr val="555555"/>
            </a:solidFill>
            <a:prstDash val="dash"/>
          </a:ln>
        </p:spPr>
      </p:sp>
      <p:sp>
        <p:nvSpPr>
          <p:cNvPr id="152" name="Shape 150"/>
          <p:cNvSpPr/>
          <p:nvPr/>
        </p:nvSpPr>
        <p:spPr>
          <a:xfrm>
            <a:off x="3017520" y="2423160"/>
            <a:ext cx="0" cy="3154680"/>
          </a:xfrm>
          <a:prstGeom prst="line">
            <a:avLst/>
          </a:prstGeom>
          <a:noFill/>
          <a:ln w="6350">
            <a:solidFill>
              <a:srgbClr val="555555"/>
            </a:solidFill>
            <a:prstDash val="dash"/>
          </a:ln>
        </p:spPr>
      </p:sp>
      <p:sp>
        <p:nvSpPr>
          <p:cNvPr id="153" name="Shape 151"/>
          <p:cNvSpPr/>
          <p:nvPr/>
        </p:nvSpPr>
        <p:spPr>
          <a:xfrm>
            <a:off x="3291840" y="2423160"/>
            <a:ext cx="0" cy="3154680"/>
          </a:xfrm>
          <a:prstGeom prst="line">
            <a:avLst/>
          </a:prstGeom>
          <a:noFill/>
          <a:ln w="6350">
            <a:solidFill>
              <a:srgbClr val="555555"/>
            </a:solidFill>
            <a:prstDash val="dash"/>
          </a:ln>
        </p:spPr>
      </p:sp>
      <p:sp>
        <p:nvSpPr>
          <p:cNvPr id="154" name="Shape 152"/>
          <p:cNvSpPr/>
          <p:nvPr/>
        </p:nvSpPr>
        <p:spPr>
          <a:xfrm>
            <a:off x="3566160" y="2423160"/>
            <a:ext cx="0" cy="3154680"/>
          </a:xfrm>
          <a:prstGeom prst="line">
            <a:avLst/>
          </a:prstGeom>
          <a:noFill/>
          <a:ln w="6350">
            <a:solidFill>
              <a:srgbClr val="555555"/>
            </a:solidFill>
            <a:prstDash val="dash"/>
          </a:ln>
        </p:spPr>
      </p:sp>
      <p:sp>
        <p:nvSpPr>
          <p:cNvPr id="155" name="Shape 153"/>
          <p:cNvSpPr/>
          <p:nvPr/>
        </p:nvSpPr>
        <p:spPr>
          <a:xfrm>
            <a:off x="3840480" y="2423160"/>
            <a:ext cx="0" cy="3154680"/>
          </a:xfrm>
          <a:prstGeom prst="line">
            <a:avLst/>
          </a:prstGeom>
          <a:noFill/>
          <a:ln w="6350">
            <a:solidFill>
              <a:srgbClr val="555555"/>
            </a:solidFill>
            <a:prstDash val="dash"/>
          </a:ln>
        </p:spPr>
      </p:sp>
      <p:sp>
        <p:nvSpPr>
          <p:cNvPr id="156" name="Shape 154"/>
          <p:cNvSpPr/>
          <p:nvPr/>
        </p:nvSpPr>
        <p:spPr>
          <a:xfrm>
            <a:off x="4114800" y="2423160"/>
            <a:ext cx="0" cy="3154680"/>
          </a:xfrm>
          <a:prstGeom prst="line">
            <a:avLst/>
          </a:prstGeom>
          <a:noFill/>
          <a:ln w="6350">
            <a:solidFill>
              <a:srgbClr val="555555"/>
            </a:solidFill>
            <a:prstDash val="dash"/>
          </a:ln>
        </p:spPr>
      </p:sp>
      <p:sp>
        <p:nvSpPr>
          <p:cNvPr id="157" name="Shape 155"/>
          <p:cNvSpPr/>
          <p:nvPr/>
        </p:nvSpPr>
        <p:spPr>
          <a:xfrm>
            <a:off x="4389120" y="2423160"/>
            <a:ext cx="0" cy="3154680"/>
          </a:xfrm>
          <a:prstGeom prst="line">
            <a:avLst/>
          </a:prstGeom>
          <a:noFill/>
          <a:ln w="6350">
            <a:solidFill>
              <a:srgbClr val="555555"/>
            </a:solidFill>
            <a:prstDash val="dash"/>
          </a:ln>
        </p:spPr>
      </p:sp>
      <p:sp>
        <p:nvSpPr>
          <p:cNvPr id="158" name="Shape 156"/>
          <p:cNvSpPr/>
          <p:nvPr/>
        </p:nvSpPr>
        <p:spPr>
          <a:xfrm>
            <a:off x="4663440" y="2423160"/>
            <a:ext cx="0" cy="3154680"/>
          </a:xfrm>
          <a:prstGeom prst="line">
            <a:avLst/>
          </a:prstGeom>
          <a:noFill/>
          <a:ln w="6350">
            <a:solidFill>
              <a:srgbClr val="555555"/>
            </a:solidFill>
            <a:prstDash val="dash"/>
          </a:ln>
        </p:spPr>
      </p:sp>
      <p:sp>
        <p:nvSpPr>
          <p:cNvPr id="159" name="Shape 157"/>
          <p:cNvSpPr/>
          <p:nvPr/>
        </p:nvSpPr>
        <p:spPr>
          <a:xfrm>
            <a:off x="4937760" y="2423160"/>
            <a:ext cx="0" cy="3154680"/>
          </a:xfrm>
          <a:prstGeom prst="line">
            <a:avLst/>
          </a:prstGeom>
          <a:noFill/>
          <a:ln w="6350">
            <a:solidFill>
              <a:srgbClr val="555555"/>
            </a:solidFill>
            <a:prstDash val="dash"/>
          </a:ln>
        </p:spPr>
      </p:sp>
      <p:sp>
        <p:nvSpPr>
          <p:cNvPr id="160" name="Shape 158"/>
          <p:cNvSpPr/>
          <p:nvPr/>
        </p:nvSpPr>
        <p:spPr>
          <a:xfrm>
            <a:off x="5212080" y="2423160"/>
            <a:ext cx="0" cy="3154680"/>
          </a:xfrm>
          <a:prstGeom prst="line">
            <a:avLst/>
          </a:prstGeom>
          <a:noFill/>
          <a:ln w="6350">
            <a:solidFill>
              <a:srgbClr val="555555"/>
            </a:solidFill>
            <a:prstDash val="dash"/>
          </a:ln>
        </p:spPr>
      </p:sp>
      <p:sp>
        <p:nvSpPr>
          <p:cNvPr id="161" name="Shape 159"/>
          <p:cNvSpPr/>
          <p:nvPr/>
        </p:nvSpPr>
        <p:spPr>
          <a:xfrm>
            <a:off x="5486400" y="2423160"/>
            <a:ext cx="0" cy="3154680"/>
          </a:xfrm>
          <a:prstGeom prst="line">
            <a:avLst/>
          </a:prstGeom>
          <a:noFill/>
          <a:ln w="6350">
            <a:solidFill>
              <a:srgbClr val="555555"/>
            </a:solidFill>
            <a:prstDash val="dash"/>
          </a:ln>
        </p:spPr>
      </p:sp>
      <p:sp>
        <p:nvSpPr>
          <p:cNvPr id="162" name="Shape 160"/>
          <p:cNvSpPr/>
          <p:nvPr/>
        </p:nvSpPr>
        <p:spPr>
          <a:xfrm>
            <a:off x="5760720" y="2423160"/>
            <a:ext cx="0" cy="3154680"/>
          </a:xfrm>
          <a:prstGeom prst="line">
            <a:avLst/>
          </a:prstGeom>
          <a:noFill/>
          <a:ln w="6350">
            <a:solidFill>
              <a:srgbClr val="555555"/>
            </a:solidFill>
            <a:prstDash val="dash"/>
          </a:ln>
        </p:spPr>
      </p:sp>
      <p:sp>
        <p:nvSpPr>
          <p:cNvPr id="163" name="Shape 161"/>
          <p:cNvSpPr/>
          <p:nvPr/>
        </p:nvSpPr>
        <p:spPr>
          <a:xfrm>
            <a:off x="6035040" y="2423160"/>
            <a:ext cx="0" cy="3154680"/>
          </a:xfrm>
          <a:prstGeom prst="line">
            <a:avLst/>
          </a:prstGeom>
          <a:noFill/>
          <a:ln w="6350">
            <a:solidFill>
              <a:srgbClr val="555555"/>
            </a:solidFill>
            <a:prstDash val="dash"/>
          </a:ln>
        </p:spPr>
      </p:sp>
      <p:sp>
        <p:nvSpPr>
          <p:cNvPr id="164" name="Shape 162"/>
          <p:cNvSpPr/>
          <p:nvPr/>
        </p:nvSpPr>
        <p:spPr>
          <a:xfrm>
            <a:off x="6309360" y="2423160"/>
            <a:ext cx="0" cy="3154680"/>
          </a:xfrm>
          <a:prstGeom prst="line">
            <a:avLst/>
          </a:prstGeom>
          <a:noFill/>
          <a:ln w="6350">
            <a:solidFill>
              <a:srgbClr val="555555"/>
            </a:solidFill>
            <a:prstDash val="dash"/>
          </a:ln>
        </p:spPr>
      </p:sp>
      <p:sp>
        <p:nvSpPr>
          <p:cNvPr id="165" name="Shape 163"/>
          <p:cNvSpPr/>
          <p:nvPr/>
        </p:nvSpPr>
        <p:spPr>
          <a:xfrm>
            <a:off x="6583680" y="2423160"/>
            <a:ext cx="0" cy="3154680"/>
          </a:xfrm>
          <a:prstGeom prst="line">
            <a:avLst/>
          </a:prstGeom>
          <a:noFill/>
          <a:ln w="6350">
            <a:solidFill>
              <a:srgbClr val="555555"/>
            </a:solidFill>
            <a:prstDash val="dash"/>
          </a:ln>
        </p:spPr>
      </p:sp>
      <p:sp>
        <p:nvSpPr>
          <p:cNvPr id="166" name="Shape 164"/>
          <p:cNvSpPr/>
          <p:nvPr/>
        </p:nvSpPr>
        <p:spPr>
          <a:xfrm>
            <a:off x="6858000" y="2423160"/>
            <a:ext cx="0" cy="3154680"/>
          </a:xfrm>
          <a:prstGeom prst="line">
            <a:avLst/>
          </a:prstGeom>
          <a:noFill/>
          <a:ln w="6350">
            <a:solidFill>
              <a:srgbClr val="555555"/>
            </a:solidFill>
            <a:prstDash val="dash"/>
          </a:ln>
        </p:spPr>
      </p:sp>
      <p:sp>
        <p:nvSpPr>
          <p:cNvPr id="167" name="Shape 165"/>
          <p:cNvSpPr/>
          <p:nvPr/>
        </p:nvSpPr>
        <p:spPr>
          <a:xfrm>
            <a:off x="7132320" y="2423160"/>
            <a:ext cx="0" cy="3154680"/>
          </a:xfrm>
          <a:prstGeom prst="line">
            <a:avLst/>
          </a:prstGeom>
          <a:noFill/>
          <a:ln w="6350">
            <a:solidFill>
              <a:srgbClr val="555555"/>
            </a:solidFill>
            <a:prstDash val="dash"/>
          </a:ln>
        </p:spPr>
      </p:sp>
      <p:sp>
        <p:nvSpPr>
          <p:cNvPr id="168" name="Shape 166"/>
          <p:cNvSpPr/>
          <p:nvPr/>
        </p:nvSpPr>
        <p:spPr>
          <a:xfrm>
            <a:off x="7406640" y="2423160"/>
            <a:ext cx="0" cy="3154680"/>
          </a:xfrm>
          <a:prstGeom prst="line">
            <a:avLst/>
          </a:prstGeom>
          <a:noFill/>
          <a:ln w="6350">
            <a:solidFill>
              <a:srgbClr val="555555"/>
            </a:solidFill>
            <a:prstDash val="dash"/>
          </a:ln>
        </p:spPr>
      </p:sp>
      <p:sp>
        <p:nvSpPr>
          <p:cNvPr id="169" name="Shape 167"/>
          <p:cNvSpPr/>
          <p:nvPr/>
        </p:nvSpPr>
        <p:spPr>
          <a:xfrm>
            <a:off x="7680960" y="2423160"/>
            <a:ext cx="0" cy="3154680"/>
          </a:xfrm>
          <a:prstGeom prst="line">
            <a:avLst/>
          </a:prstGeom>
          <a:noFill/>
          <a:ln w="6350">
            <a:solidFill>
              <a:srgbClr val="555555"/>
            </a:solidFill>
            <a:prstDash val="dash"/>
          </a:ln>
        </p:spPr>
      </p:sp>
      <p:sp>
        <p:nvSpPr>
          <p:cNvPr id="170" name="Shape 168"/>
          <p:cNvSpPr/>
          <p:nvPr/>
        </p:nvSpPr>
        <p:spPr>
          <a:xfrm>
            <a:off x="7955280" y="2423160"/>
            <a:ext cx="0" cy="3154680"/>
          </a:xfrm>
          <a:prstGeom prst="line">
            <a:avLst/>
          </a:prstGeom>
          <a:noFill/>
          <a:ln w="6350">
            <a:solidFill>
              <a:srgbClr val="555555"/>
            </a:solidFill>
            <a:prstDash val="dash"/>
          </a:ln>
        </p:spPr>
      </p:sp>
      <p:sp>
        <p:nvSpPr>
          <p:cNvPr id="171" name="Shape 169"/>
          <p:cNvSpPr/>
          <p:nvPr/>
        </p:nvSpPr>
        <p:spPr>
          <a:xfrm>
            <a:off x="8229600" y="2423160"/>
            <a:ext cx="0" cy="3154680"/>
          </a:xfrm>
          <a:prstGeom prst="line">
            <a:avLst/>
          </a:prstGeom>
          <a:noFill/>
          <a:ln w="6350">
            <a:solidFill>
              <a:srgbClr val="555555"/>
            </a:solidFill>
            <a:prstDash val="dash"/>
          </a:ln>
        </p:spPr>
      </p:sp>
      <p:sp>
        <p:nvSpPr>
          <p:cNvPr id="172" name="Shape 170"/>
          <p:cNvSpPr/>
          <p:nvPr/>
        </p:nvSpPr>
        <p:spPr>
          <a:xfrm>
            <a:off x="8503920" y="2423160"/>
            <a:ext cx="0" cy="3154680"/>
          </a:xfrm>
          <a:prstGeom prst="line">
            <a:avLst/>
          </a:prstGeom>
          <a:noFill/>
          <a:ln w="6350">
            <a:solidFill>
              <a:srgbClr val="555555"/>
            </a:solidFill>
            <a:prstDash val="dash"/>
          </a:ln>
        </p:spPr>
      </p:sp>
      <p:sp>
        <p:nvSpPr>
          <p:cNvPr id="173" name="Shape 171"/>
          <p:cNvSpPr/>
          <p:nvPr/>
        </p:nvSpPr>
        <p:spPr>
          <a:xfrm>
            <a:off x="8778240" y="2423160"/>
            <a:ext cx="0" cy="3154680"/>
          </a:xfrm>
          <a:prstGeom prst="line">
            <a:avLst/>
          </a:prstGeom>
          <a:noFill/>
          <a:ln w="6350">
            <a:solidFill>
              <a:srgbClr val="555555"/>
            </a:solidFill>
            <a:prstDash val="dash"/>
          </a:ln>
        </p:spPr>
      </p:sp>
      <p:sp>
        <p:nvSpPr>
          <p:cNvPr id="174" name="Shape 172"/>
          <p:cNvSpPr/>
          <p:nvPr/>
        </p:nvSpPr>
        <p:spPr>
          <a:xfrm>
            <a:off x="9052560" y="2423160"/>
            <a:ext cx="0" cy="3154680"/>
          </a:xfrm>
          <a:prstGeom prst="line">
            <a:avLst/>
          </a:prstGeom>
          <a:noFill/>
          <a:ln w="6350">
            <a:solidFill>
              <a:srgbClr val="555555"/>
            </a:solidFill>
            <a:prstDash val="dash"/>
          </a:ln>
        </p:spPr>
      </p:sp>
      <p:sp>
        <p:nvSpPr>
          <p:cNvPr id="175" name="Shape 173"/>
          <p:cNvSpPr/>
          <p:nvPr/>
        </p:nvSpPr>
        <p:spPr>
          <a:xfrm>
            <a:off x="0" y="2423160"/>
            <a:ext cx="9144000" cy="0"/>
          </a:xfrm>
          <a:prstGeom prst="line">
            <a:avLst/>
          </a:prstGeom>
          <a:noFill/>
          <a:ln w="6350">
            <a:solidFill>
              <a:srgbClr val="555555"/>
            </a:solidFill>
            <a:prstDash val="dash"/>
          </a:ln>
        </p:spPr>
      </p:sp>
      <p:sp>
        <p:nvSpPr>
          <p:cNvPr id="176" name="Shape 174"/>
          <p:cNvSpPr/>
          <p:nvPr/>
        </p:nvSpPr>
        <p:spPr>
          <a:xfrm>
            <a:off x="0" y="2697480"/>
            <a:ext cx="9144000" cy="0"/>
          </a:xfrm>
          <a:prstGeom prst="line">
            <a:avLst/>
          </a:prstGeom>
          <a:noFill/>
          <a:ln w="6350">
            <a:solidFill>
              <a:srgbClr val="555555"/>
            </a:solidFill>
            <a:prstDash val="dash"/>
          </a:ln>
        </p:spPr>
      </p:sp>
      <p:sp>
        <p:nvSpPr>
          <p:cNvPr id="177" name="Shape 175"/>
          <p:cNvSpPr/>
          <p:nvPr/>
        </p:nvSpPr>
        <p:spPr>
          <a:xfrm>
            <a:off x="0" y="2971800"/>
            <a:ext cx="9144000" cy="0"/>
          </a:xfrm>
          <a:prstGeom prst="line">
            <a:avLst/>
          </a:prstGeom>
          <a:noFill/>
          <a:ln w="6350">
            <a:solidFill>
              <a:srgbClr val="555555"/>
            </a:solidFill>
            <a:prstDash val="dash"/>
          </a:ln>
        </p:spPr>
      </p:sp>
      <p:sp>
        <p:nvSpPr>
          <p:cNvPr id="178" name="Shape 176"/>
          <p:cNvSpPr/>
          <p:nvPr/>
        </p:nvSpPr>
        <p:spPr>
          <a:xfrm>
            <a:off x="0" y="3246120"/>
            <a:ext cx="9144000" cy="0"/>
          </a:xfrm>
          <a:prstGeom prst="line">
            <a:avLst/>
          </a:prstGeom>
          <a:noFill/>
          <a:ln w="6350">
            <a:solidFill>
              <a:srgbClr val="555555"/>
            </a:solidFill>
            <a:prstDash val="dash"/>
          </a:ln>
        </p:spPr>
      </p:sp>
      <p:sp>
        <p:nvSpPr>
          <p:cNvPr id="179" name="Shape 177"/>
          <p:cNvSpPr/>
          <p:nvPr/>
        </p:nvSpPr>
        <p:spPr>
          <a:xfrm>
            <a:off x="0" y="3520440"/>
            <a:ext cx="9144000" cy="0"/>
          </a:xfrm>
          <a:prstGeom prst="line">
            <a:avLst/>
          </a:prstGeom>
          <a:noFill/>
          <a:ln w="6350">
            <a:solidFill>
              <a:srgbClr val="555555"/>
            </a:solidFill>
            <a:prstDash val="dash"/>
          </a:ln>
        </p:spPr>
      </p:sp>
      <p:sp>
        <p:nvSpPr>
          <p:cNvPr id="180" name="Shape 178"/>
          <p:cNvSpPr/>
          <p:nvPr/>
        </p:nvSpPr>
        <p:spPr>
          <a:xfrm>
            <a:off x="0" y="3794760"/>
            <a:ext cx="9144000" cy="0"/>
          </a:xfrm>
          <a:prstGeom prst="line">
            <a:avLst/>
          </a:prstGeom>
          <a:noFill/>
          <a:ln w="6350">
            <a:solidFill>
              <a:srgbClr val="555555"/>
            </a:solidFill>
            <a:prstDash val="dash"/>
          </a:ln>
        </p:spPr>
      </p:sp>
      <p:sp>
        <p:nvSpPr>
          <p:cNvPr id="181" name="Shape 179"/>
          <p:cNvSpPr/>
          <p:nvPr/>
        </p:nvSpPr>
        <p:spPr>
          <a:xfrm>
            <a:off x="0" y="4069080"/>
            <a:ext cx="9144000" cy="0"/>
          </a:xfrm>
          <a:prstGeom prst="line">
            <a:avLst/>
          </a:prstGeom>
          <a:noFill/>
          <a:ln w="6350">
            <a:solidFill>
              <a:srgbClr val="555555"/>
            </a:solidFill>
            <a:prstDash val="dash"/>
          </a:ln>
        </p:spPr>
      </p:sp>
      <p:sp>
        <p:nvSpPr>
          <p:cNvPr id="182" name="Shape 180"/>
          <p:cNvSpPr/>
          <p:nvPr/>
        </p:nvSpPr>
        <p:spPr>
          <a:xfrm>
            <a:off x="0" y="4343400"/>
            <a:ext cx="9144000" cy="0"/>
          </a:xfrm>
          <a:prstGeom prst="line">
            <a:avLst/>
          </a:prstGeom>
          <a:noFill/>
          <a:ln w="6350">
            <a:solidFill>
              <a:srgbClr val="555555"/>
            </a:solidFill>
            <a:prstDash val="dash"/>
          </a:ln>
        </p:spPr>
      </p:sp>
      <p:sp>
        <p:nvSpPr>
          <p:cNvPr id="183" name="Shape 181"/>
          <p:cNvSpPr/>
          <p:nvPr/>
        </p:nvSpPr>
        <p:spPr>
          <a:xfrm>
            <a:off x="0" y="4617720"/>
            <a:ext cx="9144000" cy="0"/>
          </a:xfrm>
          <a:prstGeom prst="line">
            <a:avLst/>
          </a:prstGeom>
          <a:noFill/>
          <a:ln w="6350">
            <a:solidFill>
              <a:srgbClr val="555555"/>
            </a:solidFill>
            <a:prstDash val="dash"/>
          </a:ln>
        </p:spPr>
      </p:sp>
      <p:sp>
        <p:nvSpPr>
          <p:cNvPr id="184" name="Shape 182"/>
          <p:cNvSpPr/>
          <p:nvPr/>
        </p:nvSpPr>
        <p:spPr>
          <a:xfrm>
            <a:off x="0" y="4892040"/>
            <a:ext cx="9144000" cy="0"/>
          </a:xfrm>
          <a:prstGeom prst="line">
            <a:avLst/>
          </a:prstGeom>
          <a:noFill/>
          <a:ln w="6350">
            <a:solidFill>
              <a:srgbClr val="555555"/>
            </a:solidFill>
            <a:prstDash val="dash"/>
          </a:ln>
        </p:spPr>
      </p:sp>
      <p:sp>
        <p:nvSpPr>
          <p:cNvPr id="185" name="Shape 183"/>
          <p:cNvSpPr/>
          <p:nvPr/>
        </p:nvSpPr>
        <p:spPr>
          <a:xfrm>
            <a:off x="0" y="5166360"/>
            <a:ext cx="9144000" cy="0"/>
          </a:xfrm>
          <a:prstGeom prst="line">
            <a:avLst/>
          </a:prstGeom>
          <a:noFill/>
          <a:ln w="6350">
            <a:solidFill>
              <a:srgbClr val="555555"/>
            </a:solidFill>
            <a:prstDash val="dash"/>
          </a:ln>
        </p:spPr>
      </p:sp>
      <p:sp>
        <p:nvSpPr>
          <p:cNvPr id="186" name="Shape 184"/>
          <p:cNvSpPr/>
          <p:nvPr/>
        </p:nvSpPr>
        <p:spPr>
          <a:xfrm>
            <a:off x="0" y="5440680"/>
            <a:ext cx="9144000" cy="0"/>
          </a:xfrm>
          <a:prstGeom prst="line">
            <a:avLst/>
          </a:prstGeom>
          <a:noFill/>
          <a:ln w="6350">
            <a:solidFill>
              <a:srgbClr val="555555"/>
            </a:solidFill>
            <a:prstDash val="dash"/>
          </a:ln>
        </p:spPr>
      </p:sp>
      <p:sp>
        <p:nvSpPr>
          <p:cNvPr id="187" name="Shape 185"/>
          <p:cNvSpPr/>
          <p:nvPr/>
        </p:nvSpPr>
        <p:spPr>
          <a:xfrm>
            <a:off x="1828800" y="2423160"/>
            <a:ext cx="274320" cy="3154680"/>
          </a:xfrm>
          <a:prstGeom prst="rect">
            <a:avLst/>
          </a:prstGeom>
          <a:solidFill>
            <a:srgbClr val="4A4A4A">
              <a:alpha val="15000"/>
            </a:srgbClr>
          </a:solidFill>
          <a:ln w="25400">
            <a:solidFill>
              <a:srgbClr val="7A7A7A"/>
            </a:solidFill>
            <a:prstDash val="solid"/>
          </a:ln>
        </p:spPr>
      </p:sp>
      <p:sp>
        <p:nvSpPr>
          <p:cNvPr id="188" name="Shape 186"/>
          <p:cNvSpPr/>
          <p:nvPr/>
        </p:nvSpPr>
        <p:spPr>
          <a:xfrm>
            <a:off x="4114800" y="2423160"/>
            <a:ext cx="274320" cy="3154680"/>
          </a:xfrm>
          <a:prstGeom prst="rect">
            <a:avLst/>
          </a:prstGeom>
          <a:solidFill>
            <a:srgbClr val="4A4A4A">
              <a:alpha val="15000"/>
            </a:srgbClr>
          </a:solidFill>
          <a:ln w="25400">
            <a:solidFill>
              <a:srgbClr val="7A7A7A"/>
            </a:solidFill>
            <a:prstDash val="solid"/>
          </a:ln>
        </p:spPr>
      </p:sp>
      <p:sp>
        <p:nvSpPr>
          <p:cNvPr id="189" name="Shape 187"/>
          <p:cNvSpPr/>
          <p:nvPr/>
        </p:nvSpPr>
        <p:spPr>
          <a:xfrm>
            <a:off x="6400800" y="2423160"/>
            <a:ext cx="274320" cy="3154680"/>
          </a:xfrm>
          <a:prstGeom prst="rect">
            <a:avLst/>
          </a:prstGeom>
          <a:solidFill>
            <a:srgbClr val="4A4A4A">
              <a:alpha val="15000"/>
            </a:srgbClr>
          </a:solidFill>
          <a:ln w="25400">
            <a:solidFill>
              <a:srgbClr val="7A7A7A"/>
            </a:solidFill>
            <a:prstDash val="solid"/>
          </a:ln>
        </p:spPr>
      </p:sp>
      <p:sp>
        <p:nvSpPr>
          <p:cNvPr id="190" name="Text 188"/>
          <p:cNvSpPr/>
          <p:nvPr/>
        </p:nvSpPr>
        <p:spPr>
          <a:xfrm>
            <a:off x="182880" y="5394960"/>
            <a:ext cx="1371600" cy="137160"/>
          </a:xfrm>
          <a:prstGeom prst="rect">
            <a:avLst/>
          </a:prstGeom>
          <a:noFill/>
          <a:ln/>
        </p:spPr>
        <p:txBody>
          <a:bodyPr wrap="square" rtlCol="0" anchor="ctr"/>
          <a:lstStyle/>
          <a:p>
            <a:pPr indent="0" marL="0">
              <a:buNone/>
            </a:pPr>
            <a:r>
              <a:rPr lang="en-US" sz="1000" b="1" dirty="0">
                <a:solidFill>
                  <a:srgbClr val="8A8A8A"/>
                </a:solidFill>
              </a:rPr>
              <a:t>BEDROCK</a:t>
            </a:r>
            <a:endParaRPr lang="en-US" sz="1000" dirty="0"/>
          </a:p>
        </p:txBody>
      </p:sp>
      <p:sp>
        <p:nvSpPr>
          <p:cNvPr id="191" name="Text 189"/>
          <p:cNvSpPr/>
          <p:nvPr/>
        </p:nvSpPr>
        <p:spPr>
          <a:xfrm>
            <a:off x="1828800" y="5394960"/>
            <a:ext cx="6400800" cy="137160"/>
          </a:xfrm>
          <a:prstGeom prst="rect">
            <a:avLst/>
          </a:prstGeom>
          <a:noFill/>
          <a:ln/>
        </p:spPr>
        <p:txBody>
          <a:bodyPr wrap="square" rtlCol="0" anchor="ctr"/>
          <a:lstStyle/>
          <a:p>
            <a:pPr indent="0" marL="0">
              <a:buNone/>
            </a:pPr>
            <a:r>
              <a:rPr lang="en-US" sz="700" dirty="0">
                <a:solidFill>
                  <a:srgbClr val="6A6A6A"/>
                </a:solidFill>
                <a:latin typeface="Courier New" pitchFamily="34" charset="0"/>
                <a:ea typeface="Courier New" pitchFamily="34" charset="-122"/>
                <a:cs typeface="Courier New" pitchFamily="34" charset="-120"/>
              </a:rPr>
              <a:t>IF IT IS NOT HERE, IT DID NOT HAPPEN</a:t>
            </a:r>
            <a:endParaRPr lang="en-US" sz="700" dirty="0"/>
          </a:p>
        </p:txBody>
      </p:sp>
      <p:sp>
        <p:nvSpPr>
          <p:cNvPr id="192" name="Shape 190"/>
          <p:cNvSpPr/>
          <p:nvPr/>
        </p:nvSpPr>
        <p:spPr>
          <a:xfrm>
            <a:off x="4892040" y="3063240"/>
            <a:ext cx="2560320" cy="0"/>
          </a:xfrm>
          <a:prstGeom prst="line">
            <a:avLst/>
          </a:prstGeom>
          <a:noFill/>
          <a:ln w="38100">
            <a:solidFill>
              <a:srgbClr val="C0C0C0"/>
            </a:solidFill>
            <a:prstDash val="solid"/>
          </a:ln>
        </p:spPr>
      </p:sp>
      <p:sp>
        <p:nvSpPr>
          <p:cNvPr id="193" name="Shape 191"/>
          <p:cNvSpPr/>
          <p:nvPr/>
        </p:nvSpPr>
        <p:spPr>
          <a:xfrm>
            <a:off x="4818888" y="2990088"/>
            <a:ext cx="146304" cy="146304"/>
          </a:xfrm>
          <a:prstGeom prst="ellipse">
            <a:avLst/>
          </a:prstGeom>
          <a:solidFill>
            <a:srgbClr val="C0C0C0">
              <a:alpha val="30000"/>
            </a:srgbClr>
          </a:solidFill>
          <a:ln w="25400">
            <a:solidFill>
              <a:srgbClr val="808080"/>
            </a:solidFill>
            <a:prstDash val="solid"/>
          </a:ln>
        </p:spPr>
      </p:sp>
      <p:sp>
        <p:nvSpPr>
          <p:cNvPr id="194" name="Shape 192"/>
          <p:cNvSpPr/>
          <p:nvPr/>
        </p:nvSpPr>
        <p:spPr>
          <a:xfrm>
            <a:off x="5184648" y="2990088"/>
            <a:ext cx="146304" cy="146304"/>
          </a:xfrm>
          <a:prstGeom prst="ellipse">
            <a:avLst/>
          </a:prstGeom>
          <a:solidFill>
            <a:srgbClr val="C0C0C0">
              <a:alpha val="30000"/>
            </a:srgbClr>
          </a:solidFill>
          <a:ln w="25400">
            <a:solidFill>
              <a:srgbClr val="808080"/>
            </a:solidFill>
            <a:prstDash val="solid"/>
          </a:ln>
        </p:spPr>
      </p:sp>
      <p:sp>
        <p:nvSpPr>
          <p:cNvPr id="195" name="Shape 193"/>
          <p:cNvSpPr/>
          <p:nvPr/>
        </p:nvSpPr>
        <p:spPr>
          <a:xfrm>
            <a:off x="5550408" y="2990088"/>
            <a:ext cx="146304" cy="146304"/>
          </a:xfrm>
          <a:prstGeom prst="ellipse">
            <a:avLst/>
          </a:prstGeom>
          <a:solidFill>
            <a:srgbClr val="C0C0C0">
              <a:alpha val="30000"/>
            </a:srgbClr>
          </a:solidFill>
          <a:ln w="25400">
            <a:solidFill>
              <a:srgbClr val="808080"/>
            </a:solidFill>
            <a:prstDash val="solid"/>
          </a:ln>
        </p:spPr>
      </p:sp>
      <p:sp>
        <p:nvSpPr>
          <p:cNvPr id="196" name="Shape 194"/>
          <p:cNvSpPr/>
          <p:nvPr/>
        </p:nvSpPr>
        <p:spPr>
          <a:xfrm>
            <a:off x="5916168" y="2990088"/>
            <a:ext cx="146304" cy="146304"/>
          </a:xfrm>
          <a:prstGeom prst="ellipse">
            <a:avLst/>
          </a:prstGeom>
          <a:solidFill>
            <a:srgbClr val="C0C0C0">
              <a:alpha val="30000"/>
            </a:srgbClr>
          </a:solidFill>
          <a:ln w="25400">
            <a:solidFill>
              <a:srgbClr val="808080"/>
            </a:solidFill>
            <a:prstDash val="solid"/>
          </a:ln>
        </p:spPr>
      </p:sp>
      <p:sp>
        <p:nvSpPr>
          <p:cNvPr id="197" name="Shape 195"/>
          <p:cNvSpPr/>
          <p:nvPr/>
        </p:nvSpPr>
        <p:spPr>
          <a:xfrm>
            <a:off x="6281928" y="2990088"/>
            <a:ext cx="146304" cy="146304"/>
          </a:xfrm>
          <a:prstGeom prst="ellipse">
            <a:avLst/>
          </a:prstGeom>
          <a:solidFill>
            <a:srgbClr val="C0C0C0">
              <a:alpha val="30000"/>
            </a:srgbClr>
          </a:solidFill>
          <a:ln w="25400">
            <a:solidFill>
              <a:srgbClr val="808080"/>
            </a:solidFill>
            <a:prstDash val="solid"/>
          </a:ln>
        </p:spPr>
      </p:sp>
      <p:sp>
        <p:nvSpPr>
          <p:cNvPr id="198" name="Shape 196"/>
          <p:cNvSpPr/>
          <p:nvPr/>
        </p:nvSpPr>
        <p:spPr>
          <a:xfrm>
            <a:off x="6647688" y="2990088"/>
            <a:ext cx="146304" cy="146304"/>
          </a:xfrm>
          <a:prstGeom prst="ellipse">
            <a:avLst/>
          </a:prstGeom>
          <a:solidFill>
            <a:srgbClr val="C0C0C0">
              <a:alpha val="30000"/>
            </a:srgbClr>
          </a:solidFill>
          <a:ln w="25400">
            <a:solidFill>
              <a:srgbClr val="808080"/>
            </a:solidFill>
            <a:prstDash val="solid"/>
          </a:ln>
        </p:spPr>
      </p:sp>
      <p:sp>
        <p:nvSpPr>
          <p:cNvPr id="199" name="Shape 197"/>
          <p:cNvSpPr/>
          <p:nvPr/>
        </p:nvSpPr>
        <p:spPr>
          <a:xfrm>
            <a:off x="7013448" y="2990088"/>
            <a:ext cx="146304" cy="146304"/>
          </a:xfrm>
          <a:prstGeom prst="ellipse">
            <a:avLst/>
          </a:prstGeom>
          <a:solidFill>
            <a:srgbClr val="C0C0C0">
              <a:alpha val="30000"/>
            </a:srgbClr>
          </a:solidFill>
          <a:ln w="25400">
            <a:solidFill>
              <a:srgbClr val="808080"/>
            </a:solidFill>
            <a:prstDash val="solid"/>
          </a:ln>
        </p:spPr>
      </p:sp>
      <p:sp>
        <p:nvSpPr>
          <p:cNvPr id="200" name="Shape 198"/>
          <p:cNvSpPr/>
          <p:nvPr/>
        </p:nvSpPr>
        <p:spPr>
          <a:xfrm>
            <a:off x="7379208" y="2990088"/>
            <a:ext cx="146304" cy="146304"/>
          </a:xfrm>
          <a:prstGeom prst="ellipse">
            <a:avLst/>
          </a:prstGeom>
          <a:solidFill>
            <a:srgbClr val="C0C0C0">
              <a:alpha val="30000"/>
            </a:srgbClr>
          </a:solidFill>
          <a:ln w="25400">
            <a:solidFill>
              <a:srgbClr val="808080"/>
            </a:solidFill>
            <a:prstDash val="solid"/>
          </a:ln>
        </p:spPr>
      </p:sp>
      <p:sp>
        <p:nvSpPr>
          <p:cNvPr id="201" name="Shape 199"/>
          <p:cNvSpPr/>
          <p:nvPr/>
        </p:nvSpPr>
        <p:spPr>
          <a:xfrm>
            <a:off x="4709160" y="2935224"/>
            <a:ext cx="5440680" cy="0"/>
          </a:xfrm>
          <a:prstGeom prst="line">
            <a:avLst/>
          </a:prstGeom>
          <a:noFill/>
          <a:ln w="13335">
            <a:solidFill>
              <a:srgbClr val="A0A0A0"/>
            </a:solidFill>
            <a:prstDash val="solid"/>
          </a:ln>
        </p:spPr>
      </p:sp>
      <p:sp>
        <p:nvSpPr>
          <p:cNvPr id="202" name="Text 200"/>
          <p:cNvSpPr/>
          <p:nvPr/>
        </p:nvSpPr>
        <p:spPr>
          <a:xfrm>
            <a:off x="4709160" y="2843784"/>
            <a:ext cx="731520" cy="91440"/>
          </a:xfrm>
          <a:prstGeom prst="rect">
            <a:avLst/>
          </a:prstGeom>
          <a:noFill/>
          <a:ln/>
        </p:spPr>
        <p:txBody>
          <a:bodyPr wrap="square" rtlCol="0" anchor="ctr"/>
          <a:lstStyle/>
          <a:p>
            <a:pPr indent="0" marL="0">
              <a:buNone/>
            </a:pPr>
            <a:r>
              <a:rPr lang="en-US" sz="400" dirty="0">
                <a:solidFill>
                  <a:srgbClr val="A0A0A0"/>
                </a:solidFill>
                <a:latin typeface="Courier New" pitchFamily="34" charset="0"/>
                <a:ea typeface="Courier New" pitchFamily="34" charset="-122"/>
                <a:cs typeface="Courier New" pitchFamily="34" charset="-120"/>
              </a:rPr>
              <a:t>PAST</a:t>
            </a:r>
            <a:endParaRPr lang="en-US" sz="400" dirty="0"/>
          </a:p>
        </p:txBody>
      </p:sp>
      <p:sp>
        <p:nvSpPr>
          <p:cNvPr id="203" name="Shape 201"/>
          <p:cNvSpPr/>
          <p:nvPr/>
        </p:nvSpPr>
        <p:spPr>
          <a:xfrm>
            <a:off x="4709160" y="3191256"/>
            <a:ext cx="5440680" cy="0"/>
          </a:xfrm>
          <a:prstGeom prst="line">
            <a:avLst/>
          </a:prstGeom>
          <a:noFill/>
          <a:ln w="13335">
            <a:solidFill>
              <a:srgbClr val="A0A0A0"/>
            </a:solidFill>
            <a:prstDash val="solid"/>
          </a:ln>
        </p:spPr>
      </p:sp>
      <p:sp>
        <p:nvSpPr>
          <p:cNvPr id="204" name="Text 202"/>
          <p:cNvSpPr/>
          <p:nvPr/>
        </p:nvSpPr>
        <p:spPr>
          <a:xfrm>
            <a:off x="4709160" y="3099816"/>
            <a:ext cx="731520" cy="91440"/>
          </a:xfrm>
          <a:prstGeom prst="rect">
            <a:avLst/>
          </a:prstGeom>
          <a:noFill/>
          <a:ln/>
        </p:spPr>
        <p:txBody>
          <a:bodyPr wrap="square" rtlCol="0" anchor="ctr"/>
          <a:lstStyle/>
          <a:p>
            <a:pPr indent="0" marL="0">
              <a:buNone/>
            </a:pPr>
            <a:r>
              <a:rPr lang="en-US" sz="400" dirty="0">
                <a:solidFill>
                  <a:srgbClr val="A0A0A0"/>
                </a:solidFill>
                <a:latin typeface="Courier New" pitchFamily="34" charset="0"/>
                <a:ea typeface="Courier New" pitchFamily="34" charset="-122"/>
                <a:cs typeface="Courier New" pitchFamily="34" charset="-120"/>
              </a:rPr>
              <a:t>EVIDENCE</a:t>
            </a:r>
            <a:endParaRPr lang="en-US" sz="400" dirty="0"/>
          </a:p>
        </p:txBody>
      </p:sp>
      <p:sp>
        <p:nvSpPr>
          <p:cNvPr id="205" name="Shape 203"/>
          <p:cNvSpPr/>
          <p:nvPr/>
        </p:nvSpPr>
        <p:spPr>
          <a:xfrm>
            <a:off x="6629400" y="2898648"/>
            <a:ext cx="1005840" cy="-164592"/>
          </a:xfrm>
          <a:prstGeom prst="line">
            <a:avLst/>
          </a:prstGeom>
          <a:noFill/>
          <a:ln w="11430">
            <a:solidFill>
              <a:srgbClr val="808080"/>
            </a:solidFill>
            <a:prstDash val="dash"/>
          </a:ln>
        </p:spPr>
      </p:sp>
      <p:sp>
        <p:nvSpPr>
          <p:cNvPr id="206" name="Shape 204"/>
          <p:cNvSpPr/>
          <p:nvPr/>
        </p:nvSpPr>
        <p:spPr>
          <a:xfrm>
            <a:off x="7589520" y="2852928"/>
            <a:ext cx="91440" cy="91440"/>
          </a:xfrm>
          <a:prstGeom prst="ellipse">
            <a:avLst/>
          </a:prstGeom>
          <a:solidFill>
            <a:srgbClr val="808080">
              <a:alpha val="30000"/>
            </a:srgbClr>
          </a:solidFill>
          <a:ln w="12700">
            <a:solidFill>
              <a:srgbClr val="808080"/>
            </a:solidFill>
            <a:prstDash val="solid"/>
          </a:ln>
        </p:spPr>
      </p:sp>
      <p:sp>
        <p:nvSpPr>
          <p:cNvPr id="207" name="Shape 205"/>
          <p:cNvSpPr/>
          <p:nvPr/>
        </p:nvSpPr>
        <p:spPr>
          <a:xfrm>
            <a:off x="6629400" y="3063240"/>
            <a:ext cx="1005840" cy="0"/>
          </a:xfrm>
          <a:prstGeom prst="line">
            <a:avLst/>
          </a:prstGeom>
          <a:noFill/>
          <a:ln w="11430">
            <a:solidFill>
              <a:srgbClr val="808080"/>
            </a:solidFill>
            <a:prstDash val="dash"/>
          </a:ln>
        </p:spPr>
      </p:sp>
      <p:sp>
        <p:nvSpPr>
          <p:cNvPr id="208" name="Shape 206"/>
          <p:cNvSpPr/>
          <p:nvPr/>
        </p:nvSpPr>
        <p:spPr>
          <a:xfrm>
            <a:off x="7589520" y="3017520"/>
            <a:ext cx="91440" cy="91440"/>
          </a:xfrm>
          <a:prstGeom prst="ellipse">
            <a:avLst/>
          </a:prstGeom>
          <a:solidFill>
            <a:srgbClr val="808080">
              <a:alpha val="30000"/>
            </a:srgbClr>
          </a:solidFill>
          <a:ln w="12700">
            <a:solidFill>
              <a:srgbClr val="808080"/>
            </a:solidFill>
            <a:prstDash val="solid"/>
          </a:ln>
        </p:spPr>
      </p:sp>
      <p:sp>
        <p:nvSpPr>
          <p:cNvPr id="209" name="Shape 207"/>
          <p:cNvSpPr/>
          <p:nvPr/>
        </p:nvSpPr>
        <p:spPr>
          <a:xfrm>
            <a:off x="6629400" y="3227832"/>
            <a:ext cx="1005840" cy="164592"/>
          </a:xfrm>
          <a:prstGeom prst="line">
            <a:avLst/>
          </a:prstGeom>
          <a:noFill/>
          <a:ln w="11430">
            <a:solidFill>
              <a:srgbClr val="808080"/>
            </a:solidFill>
            <a:prstDash val="dash"/>
          </a:ln>
        </p:spPr>
      </p:sp>
      <p:sp>
        <p:nvSpPr>
          <p:cNvPr id="210" name="Shape 208"/>
          <p:cNvSpPr/>
          <p:nvPr/>
        </p:nvSpPr>
        <p:spPr>
          <a:xfrm>
            <a:off x="7589520" y="3182112"/>
            <a:ext cx="91440" cy="91440"/>
          </a:xfrm>
          <a:prstGeom prst="ellipse">
            <a:avLst/>
          </a:prstGeom>
          <a:solidFill>
            <a:srgbClr val="808080">
              <a:alpha val="30000"/>
            </a:srgbClr>
          </a:solidFill>
          <a:ln w="12700">
            <a:solidFill>
              <a:srgbClr val="808080"/>
            </a:solidFill>
            <a:prstDash val="solid"/>
          </a:ln>
        </p:spPr>
      </p:sp>
      <p:sp>
        <p:nvSpPr>
          <p:cNvPr id="211" name="Shape 209"/>
          <p:cNvSpPr/>
          <p:nvPr/>
        </p:nvSpPr>
        <p:spPr>
          <a:xfrm>
            <a:off x="5166360" y="2788920"/>
            <a:ext cx="182880" cy="137160"/>
          </a:xfrm>
          <a:prstGeom prst="rect">
            <a:avLst/>
          </a:prstGeom>
          <a:solidFill>
            <a:srgbClr val="C0C0C0">
              <a:alpha val="5000"/>
            </a:srgbClr>
          </a:solidFill>
          <a:ln w="12700">
            <a:solidFill>
              <a:srgbClr val="808080"/>
            </a:solidFill>
            <a:prstDash val="dash"/>
          </a:ln>
        </p:spPr>
      </p:sp>
      <p:sp>
        <p:nvSpPr>
          <p:cNvPr id="212" name="Shape 210"/>
          <p:cNvSpPr/>
          <p:nvPr/>
        </p:nvSpPr>
        <p:spPr>
          <a:xfrm>
            <a:off x="5394960" y="3337560"/>
            <a:ext cx="182880" cy="137160"/>
          </a:xfrm>
          <a:prstGeom prst="rect">
            <a:avLst/>
          </a:prstGeom>
          <a:solidFill>
            <a:srgbClr val="C0C0C0">
              <a:alpha val="5000"/>
            </a:srgbClr>
          </a:solidFill>
          <a:ln w="12700">
            <a:solidFill>
              <a:srgbClr val="808080"/>
            </a:solidFill>
            <a:prstDash val="dash"/>
          </a:ln>
        </p:spPr>
      </p:sp>
      <p:sp>
        <p:nvSpPr>
          <p:cNvPr id="213" name="Shape 211"/>
          <p:cNvSpPr/>
          <p:nvPr/>
        </p:nvSpPr>
        <p:spPr>
          <a:xfrm>
            <a:off x="5623560" y="2788920"/>
            <a:ext cx="182880" cy="137160"/>
          </a:xfrm>
          <a:prstGeom prst="rect">
            <a:avLst/>
          </a:prstGeom>
          <a:solidFill>
            <a:srgbClr val="C0C0C0">
              <a:alpha val="5000"/>
            </a:srgbClr>
          </a:solidFill>
          <a:ln w="12700">
            <a:solidFill>
              <a:srgbClr val="808080"/>
            </a:solidFill>
            <a:prstDash val="dash"/>
          </a:ln>
        </p:spPr>
      </p:sp>
      <p:sp>
        <p:nvSpPr>
          <p:cNvPr id="214" name="Shape 212"/>
          <p:cNvSpPr/>
          <p:nvPr/>
        </p:nvSpPr>
        <p:spPr>
          <a:xfrm>
            <a:off x="5852160" y="3337560"/>
            <a:ext cx="182880" cy="137160"/>
          </a:xfrm>
          <a:prstGeom prst="rect">
            <a:avLst/>
          </a:prstGeom>
          <a:solidFill>
            <a:srgbClr val="C0C0C0">
              <a:alpha val="5000"/>
            </a:srgbClr>
          </a:solidFill>
          <a:ln w="12700">
            <a:solidFill>
              <a:srgbClr val="808080"/>
            </a:solidFill>
            <a:prstDash val="dash"/>
          </a:ln>
        </p:spPr>
      </p:sp>
      <p:sp>
        <p:nvSpPr>
          <p:cNvPr id="215" name="Shape 213"/>
          <p:cNvSpPr/>
          <p:nvPr/>
        </p:nvSpPr>
        <p:spPr>
          <a:xfrm>
            <a:off x="4892040" y="4219956"/>
            <a:ext cx="2560320" cy="109728"/>
          </a:xfrm>
          <a:prstGeom prst="rect">
            <a:avLst/>
          </a:prstGeom>
          <a:solidFill>
            <a:srgbClr val="C0C0C0">
              <a:alpha val="3000"/>
            </a:srgbClr>
          </a:solidFill>
          <a:ln w="12700">
            <a:solidFill>
              <a:srgbClr val="606060"/>
            </a:solidFill>
            <a:prstDash val="dash"/>
          </a:ln>
        </p:spPr>
      </p:sp>
      <p:sp>
        <p:nvSpPr>
          <p:cNvPr id="216" name="Text 214"/>
          <p:cNvSpPr/>
          <p:nvPr/>
        </p:nvSpPr>
        <p:spPr>
          <a:xfrm>
            <a:off x="4983480" y="4238244"/>
            <a:ext cx="2377440" cy="36576"/>
          </a:xfrm>
          <a:prstGeom prst="rect">
            <a:avLst/>
          </a:prstGeom>
          <a:noFill/>
          <a:ln/>
        </p:spPr>
        <p:txBody>
          <a:bodyPr wrap="square" rtlCol="0" anchor="ctr"/>
          <a:lstStyle/>
          <a:p>
            <a:pPr algn="ctr" indent="0" marL="0">
              <a:buNone/>
            </a:pPr>
            <a:r>
              <a:rPr lang="en-US" sz="400" dirty="0">
                <a:solidFill>
                  <a:srgbClr val="606060"/>
                </a:solidFill>
                <a:latin typeface="Courier New" pitchFamily="34" charset="0"/>
                <a:ea typeface="Courier New" pitchFamily="34" charset="-122"/>
                <a:cs typeface="Courier New" pitchFamily="34" charset="-120"/>
              </a:rPr>
              <a:t>ARCHIVE PROJECTIONS</a:t>
            </a:r>
            <a:endParaRPr lang="en-US" sz="400" dirty="0"/>
          </a:p>
        </p:txBody>
      </p:sp>
      <p:sp>
        <p:nvSpPr>
          <p:cNvPr id="217" name="Text 215"/>
          <p:cNvSpPr/>
          <p:nvPr/>
        </p:nvSpPr>
        <p:spPr>
          <a:xfrm>
            <a:off x="5989320" y="1851660"/>
            <a:ext cx="365760" cy="137160"/>
          </a:xfrm>
          <a:prstGeom prst="rect">
            <a:avLst/>
          </a:prstGeom>
          <a:noFill/>
          <a:ln/>
        </p:spPr>
        <p:txBody>
          <a:bodyPr wrap="square" rtlCol="0" anchor="ctr"/>
          <a:lstStyle/>
          <a:p>
            <a:pPr algn="ctr" indent="0" marL="0">
              <a:buNone/>
            </a:pPr>
            <a:r>
              <a:rPr lang="en-US" sz="900" b="1" dirty="0">
                <a:solidFill>
                  <a:srgbClr val="C0C0C0"/>
                </a:solidFill>
              </a:rPr>
              <a:t>REPLAY</a:t>
            </a:r>
            <a:endParaRPr lang="en-US" sz="900" dirty="0"/>
          </a:p>
        </p:txBody>
      </p:sp>
      <p:sp>
        <p:nvSpPr>
          <p:cNvPr id="218" name="Shape 216"/>
          <p:cNvSpPr/>
          <p:nvPr/>
        </p:nvSpPr>
        <p:spPr>
          <a:xfrm>
            <a:off x="7178040" y="1851660"/>
            <a:ext cx="640080" cy="109728"/>
          </a:xfrm>
          <a:prstGeom prst="rect">
            <a:avLst/>
          </a:prstGeom>
          <a:solidFill>
            <a:srgbClr val="808080">
              <a:alpha val="30000"/>
            </a:srgbClr>
          </a:solidFill>
          <a:ln w="12700">
            <a:solidFill>
              <a:srgbClr val="808080"/>
            </a:solidFill>
            <a:prstDash val="solid"/>
          </a:ln>
        </p:spPr>
      </p:sp>
      <p:sp>
        <p:nvSpPr>
          <p:cNvPr id="219" name="Text 217"/>
          <p:cNvSpPr/>
          <p:nvPr/>
        </p:nvSpPr>
        <p:spPr>
          <a:xfrm>
            <a:off x="7223760" y="1869948"/>
            <a:ext cx="54864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AGENT-RX</a:t>
            </a:r>
            <a:endParaRPr lang="en-US" sz="400" dirty="0"/>
          </a:p>
        </p:txBody>
      </p:sp>
      <p:sp>
        <p:nvSpPr>
          <p:cNvPr id="220" name="Shape 218"/>
          <p:cNvSpPr/>
          <p:nvPr/>
        </p:nvSpPr>
        <p:spPr>
          <a:xfrm>
            <a:off x="7909560" y="2674620"/>
            <a:ext cx="2926080" cy="118872"/>
          </a:xfrm>
          <a:prstGeom prst="rect">
            <a:avLst/>
          </a:prstGeom>
          <a:solidFill>
            <a:srgbClr val="00FF00">
              <a:alpha val="10000"/>
            </a:srgbClr>
          </a:solidFill>
          <a:ln w="12700">
            <a:solidFill>
              <a:srgbClr val="008000"/>
            </a:solidFill>
            <a:prstDash val="solid"/>
          </a:ln>
        </p:spPr>
      </p:sp>
      <p:sp>
        <p:nvSpPr>
          <p:cNvPr id="221" name="Shape 219"/>
          <p:cNvSpPr/>
          <p:nvPr/>
        </p:nvSpPr>
        <p:spPr>
          <a:xfrm>
            <a:off x="7909560" y="2811780"/>
            <a:ext cx="2926080" cy="118872"/>
          </a:xfrm>
          <a:prstGeom prst="rect">
            <a:avLst/>
          </a:prstGeom>
          <a:solidFill>
            <a:srgbClr val="00FF00">
              <a:alpha val="10000"/>
            </a:srgbClr>
          </a:solidFill>
          <a:ln w="12700">
            <a:solidFill>
              <a:srgbClr val="008000"/>
            </a:solidFill>
            <a:prstDash val="solid"/>
          </a:ln>
        </p:spPr>
      </p:sp>
      <p:sp>
        <p:nvSpPr>
          <p:cNvPr id="222" name="Shape 220"/>
          <p:cNvSpPr/>
          <p:nvPr/>
        </p:nvSpPr>
        <p:spPr>
          <a:xfrm>
            <a:off x="7909560" y="2948940"/>
            <a:ext cx="2926080" cy="118872"/>
          </a:xfrm>
          <a:prstGeom prst="rect">
            <a:avLst/>
          </a:prstGeom>
          <a:solidFill>
            <a:srgbClr val="00FF00">
              <a:alpha val="10000"/>
            </a:srgbClr>
          </a:solidFill>
          <a:ln w="12700">
            <a:solidFill>
              <a:srgbClr val="008000"/>
            </a:solidFill>
            <a:prstDash val="solid"/>
          </a:ln>
        </p:spPr>
      </p:sp>
      <p:sp>
        <p:nvSpPr>
          <p:cNvPr id="223" name="Shape 221"/>
          <p:cNvSpPr/>
          <p:nvPr/>
        </p:nvSpPr>
        <p:spPr>
          <a:xfrm>
            <a:off x="7909560" y="3086100"/>
            <a:ext cx="2926080" cy="118872"/>
          </a:xfrm>
          <a:prstGeom prst="rect">
            <a:avLst/>
          </a:prstGeom>
          <a:solidFill>
            <a:srgbClr val="00FF00">
              <a:alpha val="10000"/>
            </a:srgbClr>
          </a:solidFill>
          <a:ln w="12700">
            <a:solidFill>
              <a:srgbClr val="008000"/>
            </a:solidFill>
            <a:prstDash val="solid"/>
          </a:ln>
        </p:spPr>
      </p:sp>
      <p:sp>
        <p:nvSpPr>
          <p:cNvPr id="224" name="Shape 222"/>
          <p:cNvSpPr/>
          <p:nvPr/>
        </p:nvSpPr>
        <p:spPr>
          <a:xfrm>
            <a:off x="8092440" y="2034540"/>
            <a:ext cx="585216" cy="365760"/>
          </a:xfrm>
          <a:prstGeom prst="rect">
            <a:avLst/>
          </a:prstGeom>
          <a:solidFill>
            <a:srgbClr val="00FF00">
              <a:alpha val="15000"/>
            </a:srgbClr>
          </a:solidFill>
          <a:ln w="25400">
            <a:solidFill>
              <a:srgbClr val="008000"/>
            </a:solidFill>
            <a:prstDash val="solid"/>
          </a:ln>
        </p:spPr>
      </p:sp>
      <p:sp>
        <p:nvSpPr>
          <p:cNvPr id="225" name="Text 223"/>
          <p:cNvSpPr/>
          <p:nvPr/>
        </p:nvSpPr>
        <p:spPr>
          <a:xfrm>
            <a:off x="8183880" y="2080260"/>
            <a:ext cx="438912" cy="73152"/>
          </a:xfrm>
          <a:prstGeom prst="rect">
            <a:avLst/>
          </a:prstGeom>
          <a:noFill/>
          <a:ln/>
        </p:spPr>
        <p:txBody>
          <a:bodyPr wrap="square" rtlCol="0" anchor="ctr"/>
          <a:lstStyle/>
          <a:p>
            <a:pPr algn="ctr" indent="0" marL="0">
              <a:buNone/>
            </a:pPr>
            <a:r>
              <a:rPr lang="en-US" sz="500" b="1" dirty="0">
                <a:solidFill>
                  <a:srgbClr val="008000"/>
                </a:solidFill>
              </a:rPr>
              <a:t>FOUNDRY 1</a:t>
            </a:r>
            <a:endParaRPr lang="en-US" sz="500" dirty="0"/>
          </a:p>
        </p:txBody>
      </p:sp>
      <p:sp>
        <p:nvSpPr>
          <p:cNvPr id="226" name="Shape 224"/>
          <p:cNvSpPr/>
          <p:nvPr/>
        </p:nvSpPr>
        <p:spPr>
          <a:xfrm>
            <a:off x="8945880" y="2034540"/>
            <a:ext cx="585216" cy="365760"/>
          </a:xfrm>
          <a:prstGeom prst="rect">
            <a:avLst/>
          </a:prstGeom>
          <a:solidFill>
            <a:srgbClr val="00FF00">
              <a:alpha val="15000"/>
            </a:srgbClr>
          </a:solidFill>
          <a:ln w="25400">
            <a:solidFill>
              <a:srgbClr val="008000"/>
            </a:solidFill>
            <a:prstDash val="solid"/>
          </a:ln>
        </p:spPr>
      </p:sp>
      <p:sp>
        <p:nvSpPr>
          <p:cNvPr id="227" name="Text 225"/>
          <p:cNvSpPr/>
          <p:nvPr/>
        </p:nvSpPr>
        <p:spPr>
          <a:xfrm>
            <a:off x="9037320" y="2080260"/>
            <a:ext cx="438912" cy="73152"/>
          </a:xfrm>
          <a:prstGeom prst="rect">
            <a:avLst/>
          </a:prstGeom>
          <a:noFill/>
          <a:ln/>
        </p:spPr>
        <p:txBody>
          <a:bodyPr wrap="square" rtlCol="0" anchor="ctr"/>
          <a:lstStyle/>
          <a:p>
            <a:pPr algn="ctr" indent="0" marL="0">
              <a:buNone/>
            </a:pPr>
            <a:r>
              <a:rPr lang="en-US" sz="500" b="1" dirty="0">
                <a:solidFill>
                  <a:srgbClr val="008000"/>
                </a:solidFill>
              </a:rPr>
              <a:t>FOUNDRY 2</a:t>
            </a:r>
            <a:endParaRPr lang="en-US" sz="500" dirty="0"/>
          </a:p>
        </p:txBody>
      </p:sp>
      <p:sp>
        <p:nvSpPr>
          <p:cNvPr id="228" name="Shape 226"/>
          <p:cNvSpPr/>
          <p:nvPr/>
        </p:nvSpPr>
        <p:spPr>
          <a:xfrm>
            <a:off x="9799320" y="2034540"/>
            <a:ext cx="585216" cy="365760"/>
          </a:xfrm>
          <a:prstGeom prst="rect">
            <a:avLst/>
          </a:prstGeom>
          <a:solidFill>
            <a:srgbClr val="00FF00">
              <a:alpha val="15000"/>
            </a:srgbClr>
          </a:solidFill>
          <a:ln w="25400">
            <a:solidFill>
              <a:srgbClr val="008000"/>
            </a:solidFill>
            <a:prstDash val="solid"/>
          </a:ln>
        </p:spPr>
      </p:sp>
      <p:sp>
        <p:nvSpPr>
          <p:cNvPr id="229" name="Text 227"/>
          <p:cNvSpPr/>
          <p:nvPr/>
        </p:nvSpPr>
        <p:spPr>
          <a:xfrm>
            <a:off x="9890760" y="2080260"/>
            <a:ext cx="438912" cy="73152"/>
          </a:xfrm>
          <a:prstGeom prst="rect">
            <a:avLst/>
          </a:prstGeom>
          <a:noFill/>
          <a:ln/>
        </p:spPr>
        <p:txBody>
          <a:bodyPr wrap="square" rtlCol="0" anchor="ctr"/>
          <a:lstStyle/>
          <a:p>
            <a:pPr algn="ctr" indent="0" marL="0">
              <a:buNone/>
            </a:pPr>
            <a:r>
              <a:rPr lang="en-US" sz="500" b="1" dirty="0">
                <a:solidFill>
                  <a:srgbClr val="008000"/>
                </a:solidFill>
              </a:rPr>
              <a:t>FOUNDRY 3</a:t>
            </a:r>
            <a:endParaRPr lang="en-US" sz="500" dirty="0"/>
          </a:p>
        </p:txBody>
      </p:sp>
      <p:sp>
        <p:nvSpPr>
          <p:cNvPr id="230" name="Shape 228"/>
          <p:cNvSpPr/>
          <p:nvPr/>
        </p:nvSpPr>
        <p:spPr>
          <a:xfrm>
            <a:off x="8549640" y="3406140"/>
            <a:ext cx="128016" cy="320040"/>
          </a:xfrm>
          <a:prstGeom prst="rect">
            <a:avLst/>
          </a:prstGeom>
          <a:solidFill>
            <a:srgbClr val="00FF00">
              <a:alpha val="15000"/>
            </a:srgbClr>
          </a:solidFill>
          <a:ln w="25400">
            <a:solidFill>
              <a:srgbClr val="008000"/>
            </a:solidFill>
            <a:prstDash val="solid"/>
          </a:ln>
        </p:spPr>
      </p:sp>
      <p:sp>
        <p:nvSpPr>
          <p:cNvPr id="231" name="Shape 229"/>
          <p:cNvSpPr/>
          <p:nvPr/>
        </p:nvSpPr>
        <p:spPr>
          <a:xfrm>
            <a:off x="8577072" y="3771900"/>
            <a:ext cx="73152" cy="73152"/>
          </a:xfrm>
          <a:prstGeom prst="triangle">
            <a:avLst/>
          </a:prstGeom>
          <a:solidFill>
            <a:srgbClr val="00FF00">
              <a:alpha val="30000"/>
            </a:srgbClr>
          </a:solidFill>
          <a:ln w="12700">
            <a:solidFill>
              <a:srgbClr val="008000"/>
            </a:solidFill>
            <a:prstDash val="solid"/>
          </a:ln>
        </p:spPr>
      </p:sp>
      <p:sp>
        <p:nvSpPr>
          <p:cNvPr id="232" name="Shape 230"/>
          <p:cNvSpPr/>
          <p:nvPr/>
        </p:nvSpPr>
        <p:spPr>
          <a:xfrm>
            <a:off x="10195560" y="3406140"/>
            <a:ext cx="128016" cy="320040"/>
          </a:xfrm>
          <a:prstGeom prst="rect">
            <a:avLst/>
          </a:prstGeom>
          <a:solidFill>
            <a:srgbClr val="00FF00">
              <a:alpha val="15000"/>
            </a:srgbClr>
          </a:solidFill>
          <a:ln w="25400">
            <a:solidFill>
              <a:srgbClr val="008000"/>
            </a:solidFill>
            <a:prstDash val="solid"/>
          </a:ln>
        </p:spPr>
      </p:sp>
      <p:sp>
        <p:nvSpPr>
          <p:cNvPr id="233" name="Shape 231"/>
          <p:cNvSpPr/>
          <p:nvPr/>
        </p:nvSpPr>
        <p:spPr>
          <a:xfrm>
            <a:off x="10222992" y="3771900"/>
            <a:ext cx="73152" cy="73152"/>
          </a:xfrm>
          <a:prstGeom prst="triangle">
            <a:avLst/>
          </a:prstGeom>
          <a:solidFill>
            <a:srgbClr val="00FF00">
              <a:alpha val="30000"/>
            </a:srgbClr>
          </a:solidFill>
          <a:ln w="12700">
            <a:solidFill>
              <a:srgbClr val="008000"/>
            </a:solidFill>
            <a:prstDash val="solid"/>
          </a:ln>
        </p:spPr>
      </p:sp>
      <p:sp>
        <p:nvSpPr>
          <p:cNvPr id="234" name="Shape 232"/>
          <p:cNvSpPr/>
          <p:nvPr/>
        </p:nvSpPr>
        <p:spPr>
          <a:xfrm>
            <a:off x="8366760" y="2788920"/>
            <a:ext cx="137160" cy="91440"/>
          </a:xfrm>
          <a:prstGeom prst="rect">
            <a:avLst/>
          </a:prstGeom>
          <a:solidFill>
            <a:srgbClr val="00FF00">
              <a:alpha val="15000"/>
            </a:srgbClr>
          </a:solidFill>
          <a:ln w="12700">
            <a:solidFill>
              <a:srgbClr val="008000"/>
            </a:solidFill>
            <a:prstDash val="solid"/>
          </a:ln>
        </p:spPr>
      </p:sp>
      <p:sp>
        <p:nvSpPr>
          <p:cNvPr id="235" name="Text 233"/>
          <p:cNvSpPr/>
          <p:nvPr/>
        </p:nvSpPr>
        <p:spPr>
          <a:xfrm>
            <a:off x="838504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1</a:t>
            </a:r>
            <a:endParaRPr lang="en-US" sz="300" dirty="0"/>
          </a:p>
        </p:txBody>
      </p:sp>
      <p:sp>
        <p:nvSpPr>
          <p:cNvPr id="236" name="Shape 234"/>
          <p:cNvSpPr/>
          <p:nvPr/>
        </p:nvSpPr>
        <p:spPr>
          <a:xfrm>
            <a:off x="9464040" y="2788920"/>
            <a:ext cx="137160" cy="91440"/>
          </a:xfrm>
          <a:prstGeom prst="rect">
            <a:avLst/>
          </a:prstGeom>
          <a:solidFill>
            <a:srgbClr val="00FF00">
              <a:alpha val="15000"/>
            </a:srgbClr>
          </a:solidFill>
          <a:ln w="12700">
            <a:solidFill>
              <a:srgbClr val="008000"/>
            </a:solidFill>
            <a:prstDash val="solid"/>
          </a:ln>
        </p:spPr>
      </p:sp>
      <p:sp>
        <p:nvSpPr>
          <p:cNvPr id="237" name="Text 235"/>
          <p:cNvSpPr/>
          <p:nvPr/>
        </p:nvSpPr>
        <p:spPr>
          <a:xfrm>
            <a:off x="948232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2</a:t>
            </a:r>
            <a:endParaRPr lang="en-US" sz="300" dirty="0"/>
          </a:p>
        </p:txBody>
      </p:sp>
      <p:sp>
        <p:nvSpPr>
          <p:cNvPr id="238" name="Shape 236"/>
          <p:cNvSpPr/>
          <p:nvPr/>
        </p:nvSpPr>
        <p:spPr>
          <a:xfrm>
            <a:off x="9281160" y="2788920"/>
            <a:ext cx="137160" cy="91440"/>
          </a:xfrm>
          <a:prstGeom prst="rect">
            <a:avLst/>
          </a:prstGeom>
          <a:solidFill>
            <a:srgbClr val="00FF00">
              <a:alpha val="15000"/>
            </a:srgbClr>
          </a:solidFill>
          <a:ln w="12700">
            <a:solidFill>
              <a:srgbClr val="008000"/>
            </a:solidFill>
            <a:prstDash val="solid"/>
          </a:ln>
        </p:spPr>
      </p:sp>
      <p:sp>
        <p:nvSpPr>
          <p:cNvPr id="239" name="Text 237"/>
          <p:cNvSpPr/>
          <p:nvPr/>
        </p:nvSpPr>
        <p:spPr>
          <a:xfrm>
            <a:off x="929944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3</a:t>
            </a:r>
            <a:endParaRPr lang="en-US" sz="300" dirty="0"/>
          </a:p>
        </p:txBody>
      </p:sp>
      <p:sp>
        <p:nvSpPr>
          <p:cNvPr id="240" name="Shape 238"/>
          <p:cNvSpPr/>
          <p:nvPr/>
        </p:nvSpPr>
        <p:spPr>
          <a:xfrm>
            <a:off x="10378440" y="2788920"/>
            <a:ext cx="137160" cy="91440"/>
          </a:xfrm>
          <a:prstGeom prst="rect">
            <a:avLst/>
          </a:prstGeom>
          <a:solidFill>
            <a:srgbClr val="00FF00">
              <a:alpha val="15000"/>
            </a:srgbClr>
          </a:solidFill>
          <a:ln w="12700">
            <a:solidFill>
              <a:srgbClr val="008000"/>
            </a:solidFill>
            <a:prstDash val="solid"/>
          </a:ln>
        </p:spPr>
      </p:sp>
      <p:sp>
        <p:nvSpPr>
          <p:cNvPr id="241" name="Text 239"/>
          <p:cNvSpPr/>
          <p:nvPr/>
        </p:nvSpPr>
        <p:spPr>
          <a:xfrm>
            <a:off x="10396728" y="28346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4</a:t>
            </a:r>
            <a:endParaRPr lang="en-US" sz="300" dirty="0"/>
          </a:p>
        </p:txBody>
      </p:sp>
      <p:sp>
        <p:nvSpPr>
          <p:cNvPr id="242" name="Shape 240"/>
          <p:cNvSpPr/>
          <p:nvPr/>
        </p:nvSpPr>
        <p:spPr>
          <a:xfrm>
            <a:off x="9043416" y="2880360"/>
            <a:ext cx="219456" cy="219456"/>
          </a:xfrm>
          <a:prstGeom prst="rect">
            <a:avLst/>
          </a:prstGeom>
          <a:solidFill>
            <a:srgbClr val="00FF00">
              <a:alpha val="20000"/>
            </a:srgbClr>
          </a:solidFill>
          <a:ln w="25400">
            <a:solidFill>
              <a:srgbClr val="008000"/>
            </a:solidFill>
            <a:prstDash val="solid"/>
          </a:ln>
        </p:spPr>
      </p:sp>
      <p:sp>
        <p:nvSpPr>
          <p:cNvPr id="243" name="Text 241"/>
          <p:cNvSpPr/>
          <p:nvPr/>
        </p:nvSpPr>
        <p:spPr>
          <a:xfrm>
            <a:off x="9089136" y="3017520"/>
            <a:ext cx="164592" cy="54864"/>
          </a:xfrm>
          <a:prstGeom prst="rect">
            <a:avLst/>
          </a:prstGeom>
          <a:noFill/>
          <a:ln/>
        </p:spPr>
        <p:txBody>
          <a:bodyPr wrap="square" rtlCol="0" anchor="ctr"/>
          <a:lstStyle/>
          <a:p>
            <a:pPr algn="ctr" indent="0" marL="0">
              <a:buNone/>
            </a:pPr>
            <a:r>
              <a:rPr lang="en-US" sz="400" b="1" dirty="0">
                <a:solidFill>
                  <a:srgbClr val="008000"/>
                </a:solidFill>
              </a:rPr>
              <a:t>PIPELINE 1</a:t>
            </a:r>
            <a:endParaRPr lang="en-US" sz="400" dirty="0"/>
          </a:p>
        </p:txBody>
      </p:sp>
      <p:sp>
        <p:nvSpPr>
          <p:cNvPr id="244" name="Shape 242"/>
          <p:cNvSpPr/>
          <p:nvPr/>
        </p:nvSpPr>
        <p:spPr>
          <a:xfrm>
            <a:off x="9482328" y="2880360"/>
            <a:ext cx="219456" cy="219456"/>
          </a:xfrm>
          <a:prstGeom prst="rect">
            <a:avLst/>
          </a:prstGeom>
          <a:solidFill>
            <a:srgbClr val="00FF00">
              <a:alpha val="20000"/>
            </a:srgbClr>
          </a:solidFill>
          <a:ln w="25400">
            <a:solidFill>
              <a:srgbClr val="008000"/>
            </a:solidFill>
            <a:prstDash val="solid"/>
          </a:ln>
        </p:spPr>
      </p:sp>
      <p:sp>
        <p:nvSpPr>
          <p:cNvPr id="245" name="Text 243"/>
          <p:cNvSpPr/>
          <p:nvPr/>
        </p:nvSpPr>
        <p:spPr>
          <a:xfrm>
            <a:off x="9528048" y="3017520"/>
            <a:ext cx="164592" cy="54864"/>
          </a:xfrm>
          <a:prstGeom prst="rect">
            <a:avLst/>
          </a:prstGeom>
          <a:noFill/>
          <a:ln/>
        </p:spPr>
        <p:txBody>
          <a:bodyPr wrap="square" rtlCol="0" anchor="ctr"/>
          <a:lstStyle/>
          <a:p>
            <a:pPr algn="ctr" indent="0" marL="0">
              <a:buNone/>
            </a:pPr>
            <a:r>
              <a:rPr lang="en-US" sz="400" b="1" dirty="0">
                <a:solidFill>
                  <a:srgbClr val="008000"/>
                </a:solidFill>
              </a:rPr>
              <a:t>PIPELINE 2</a:t>
            </a:r>
            <a:endParaRPr lang="en-US" sz="400" dirty="0"/>
          </a:p>
        </p:txBody>
      </p:sp>
      <p:sp>
        <p:nvSpPr>
          <p:cNvPr id="246" name="Shape 244"/>
          <p:cNvSpPr/>
          <p:nvPr/>
        </p:nvSpPr>
        <p:spPr>
          <a:xfrm>
            <a:off x="10835640" y="2583180"/>
            <a:ext cx="109728" cy="73152"/>
          </a:xfrm>
          <a:prstGeom prst="ellipse">
            <a:avLst/>
          </a:prstGeom>
          <a:solidFill>
            <a:srgbClr val="00FF00">
              <a:alpha val="30000"/>
            </a:srgbClr>
          </a:solidFill>
          <a:ln w="12700">
            <a:solidFill>
              <a:srgbClr val="008000"/>
            </a:solidFill>
            <a:prstDash val="solid"/>
          </a:ln>
        </p:spPr>
      </p:sp>
      <p:sp>
        <p:nvSpPr>
          <p:cNvPr id="247" name="Shape 245"/>
          <p:cNvSpPr/>
          <p:nvPr/>
        </p:nvSpPr>
        <p:spPr>
          <a:xfrm>
            <a:off x="10789920" y="2857500"/>
            <a:ext cx="109728" cy="73152"/>
          </a:xfrm>
          <a:prstGeom prst="ellipse">
            <a:avLst/>
          </a:prstGeom>
          <a:solidFill>
            <a:srgbClr val="00FF00">
              <a:alpha val="30000"/>
            </a:srgbClr>
          </a:solidFill>
          <a:ln w="12700">
            <a:solidFill>
              <a:srgbClr val="008000"/>
            </a:solidFill>
            <a:prstDash val="solid"/>
          </a:ln>
        </p:spPr>
      </p:sp>
      <p:sp>
        <p:nvSpPr>
          <p:cNvPr id="248" name="Shape 246"/>
          <p:cNvSpPr/>
          <p:nvPr/>
        </p:nvSpPr>
        <p:spPr>
          <a:xfrm>
            <a:off x="10744200" y="3131820"/>
            <a:ext cx="109728" cy="73152"/>
          </a:xfrm>
          <a:prstGeom prst="ellipse">
            <a:avLst/>
          </a:prstGeom>
          <a:solidFill>
            <a:srgbClr val="00FF00">
              <a:alpha val="30000"/>
            </a:srgbClr>
          </a:solidFill>
          <a:ln w="12700">
            <a:solidFill>
              <a:srgbClr val="008000"/>
            </a:solidFill>
            <a:prstDash val="solid"/>
          </a:ln>
        </p:spPr>
      </p:sp>
      <p:sp>
        <p:nvSpPr>
          <p:cNvPr id="249" name="Shape 247"/>
          <p:cNvSpPr/>
          <p:nvPr/>
        </p:nvSpPr>
        <p:spPr>
          <a:xfrm>
            <a:off x="10698480" y="3406140"/>
            <a:ext cx="109728" cy="73152"/>
          </a:xfrm>
          <a:prstGeom prst="ellipse">
            <a:avLst/>
          </a:prstGeom>
          <a:solidFill>
            <a:srgbClr val="00FF00">
              <a:alpha val="30000"/>
            </a:srgbClr>
          </a:solidFill>
          <a:ln w="12700">
            <a:solidFill>
              <a:srgbClr val="008000"/>
            </a:solidFill>
            <a:prstDash val="solid"/>
          </a:ln>
        </p:spPr>
      </p:sp>
      <p:sp>
        <p:nvSpPr>
          <p:cNvPr id="250" name="Shape 248"/>
          <p:cNvSpPr/>
          <p:nvPr/>
        </p:nvSpPr>
        <p:spPr>
          <a:xfrm>
            <a:off x="10652760" y="3680460"/>
            <a:ext cx="109728" cy="73152"/>
          </a:xfrm>
          <a:prstGeom prst="ellipse">
            <a:avLst/>
          </a:prstGeom>
          <a:solidFill>
            <a:srgbClr val="00FF00">
              <a:alpha val="30000"/>
            </a:srgbClr>
          </a:solidFill>
          <a:ln w="12700">
            <a:solidFill>
              <a:srgbClr val="008000"/>
            </a:solidFill>
            <a:prstDash val="solid"/>
          </a:ln>
        </p:spPr>
      </p:sp>
      <p:sp>
        <p:nvSpPr>
          <p:cNvPr id="251" name="Text 249"/>
          <p:cNvSpPr/>
          <p:nvPr/>
        </p:nvSpPr>
        <p:spPr>
          <a:xfrm>
            <a:off x="9098280" y="1851660"/>
            <a:ext cx="548640" cy="137160"/>
          </a:xfrm>
          <a:prstGeom prst="rect">
            <a:avLst/>
          </a:prstGeom>
          <a:noFill/>
          <a:ln/>
        </p:spPr>
        <p:txBody>
          <a:bodyPr wrap="square" rtlCol="0" anchor="ctr"/>
          <a:lstStyle/>
          <a:p>
            <a:pPr algn="ctr" indent="0" marL="0">
              <a:buNone/>
            </a:pPr>
            <a:r>
              <a:rPr lang="en-US" sz="1000" b="1" dirty="0">
                <a:solidFill>
                  <a:srgbClr val="00FF00"/>
                </a:solidFill>
              </a:rPr>
              <a:t>BUILDER</a:t>
            </a:r>
            <a:endParaRPr lang="en-US" sz="1000" dirty="0"/>
          </a:p>
        </p:txBody>
      </p:sp>
      <p:sp>
        <p:nvSpPr>
          <p:cNvPr id="252" name="Shape 250"/>
          <p:cNvSpPr/>
          <p:nvPr/>
        </p:nvSpPr>
        <p:spPr>
          <a:xfrm>
            <a:off x="10287000" y="1851660"/>
            <a:ext cx="731520" cy="109728"/>
          </a:xfrm>
          <a:prstGeom prst="rect">
            <a:avLst/>
          </a:prstGeom>
          <a:solidFill>
            <a:srgbClr val="008000">
              <a:alpha val="30000"/>
            </a:srgbClr>
          </a:solidFill>
          <a:ln w="12700">
            <a:solidFill>
              <a:srgbClr val="008000"/>
            </a:solidFill>
            <a:prstDash val="solid"/>
          </a:ln>
        </p:spPr>
      </p:sp>
      <p:sp>
        <p:nvSpPr>
          <p:cNvPr id="253" name="Text 251"/>
          <p:cNvSpPr/>
          <p:nvPr/>
        </p:nvSpPr>
        <p:spPr>
          <a:xfrm>
            <a:off x="10332720" y="1869948"/>
            <a:ext cx="64008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AGENT-BX</a:t>
            </a:r>
            <a:endParaRPr lang="en-US" sz="400" dirty="0"/>
          </a:p>
        </p:txBody>
      </p:sp>
      <p:sp>
        <p:nvSpPr>
          <p:cNvPr id="254" name="Shape 252"/>
          <p:cNvSpPr/>
          <p:nvPr/>
        </p:nvSpPr>
        <p:spPr>
          <a:xfrm>
            <a:off x="11750040" y="2697480"/>
            <a:ext cx="548640" cy="731520"/>
          </a:xfrm>
          <a:prstGeom prst="rect">
            <a:avLst/>
          </a:prstGeom>
          <a:solidFill>
            <a:srgbClr val="FFC400">
              <a:alpha val="15000"/>
            </a:srgbClr>
          </a:solidFill>
          <a:ln w="38100">
            <a:solidFill>
              <a:srgbClr val="FF8C00"/>
            </a:solidFill>
            <a:prstDash val="solid"/>
          </a:ln>
        </p:spPr>
      </p:sp>
      <p:sp>
        <p:nvSpPr>
          <p:cNvPr id="255" name="Text 253"/>
          <p:cNvSpPr/>
          <p:nvPr/>
        </p:nvSpPr>
        <p:spPr>
          <a:xfrm>
            <a:off x="11795760" y="2971800"/>
            <a:ext cx="457200" cy="182880"/>
          </a:xfrm>
          <a:prstGeom prst="rect">
            <a:avLst/>
          </a:prstGeom>
          <a:noFill/>
          <a:ln/>
        </p:spPr>
        <p:txBody>
          <a:bodyPr wrap="square" rtlCol="0" anchor="ctr"/>
          <a:lstStyle/>
          <a:p>
            <a:pPr algn="ctr" indent="0" marL="0">
              <a:buNone/>
            </a:pPr>
            <a:r>
              <a:rPr lang="en-US" sz="600" b="1" dirty="0">
                <a:solidFill>
                  <a:srgbClr val="FF8C00"/>
                </a:solidFill>
              </a:rPr>
              <a:t>GATE 1</a:t>
            </a:r>
            <a:endParaRPr lang="en-US" sz="600" dirty="0"/>
          </a:p>
        </p:txBody>
      </p:sp>
      <p:sp>
        <p:nvSpPr>
          <p:cNvPr id="256" name="Shape 254"/>
          <p:cNvSpPr/>
          <p:nvPr/>
        </p:nvSpPr>
        <p:spPr>
          <a:xfrm>
            <a:off x="12847320" y="2697480"/>
            <a:ext cx="548640" cy="731520"/>
          </a:xfrm>
          <a:prstGeom prst="rect">
            <a:avLst/>
          </a:prstGeom>
          <a:solidFill>
            <a:srgbClr val="FFC400">
              <a:alpha val="15000"/>
            </a:srgbClr>
          </a:solidFill>
          <a:ln w="38100">
            <a:solidFill>
              <a:srgbClr val="FF8C00"/>
            </a:solidFill>
            <a:prstDash val="solid"/>
          </a:ln>
        </p:spPr>
      </p:sp>
      <p:sp>
        <p:nvSpPr>
          <p:cNvPr id="257" name="Text 255"/>
          <p:cNvSpPr/>
          <p:nvPr/>
        </p:nvSpPr>
        <p:spPr>
          <a:xfrm>
            <a:off x="12893040" y="2971800"/>
            <a:ext cx="457200" cy="182880"/>
          </a:xfrm>
          <a:prstGeom prst="rect">
            <a:avLst/>
          </a:prstGeom>
          <a:noFill/>
          <a:ln/>
        </p:spPr>
        <p:txBody>
          <a:bodyPr wrap="square" rtlCol="0" anchor="ctr"/>
          <a:lstStyle/>
          <a:p>
            <a:pPr algn="ctr" indent="0" marL="0">
              <a:buNone/>
            </a:pPr>
            <a:r>
              <a:rPr lang="en-US" sz="600" b="1" dirty="0">
                <a:solidFill>
                  <a:srgbClr val="FF8C00"/>
                </a:solidFill>
              </a:rPr>
              <a:t>GATE 2</a:t>
            </a:r>
            <a:endParaRPr lang="en-US" sz="600" dirty="0"/>
          </a:p>
        </p:txBody>
      </p:sp>
      <p:sp>
        <p:nvSpPr>
          <p:cNvPr id="258" name="Shape 256"/>
          <p:cNvSpPr/>
          <p:nvPr/>
        </p:nvSpPr>
        <p:spPr>
          <a:xfrm>
            <a:off x="11201400" y="1965960"/>
            <a:ext cx="2743200" cy="146304"/>
          </a:xfrm>
          <a:prstGeom prst="rect">
            <a:avLst/>
          </a:prstGeom>
          <a:solidFill>
            <a:srgbClr val="00FF00">
              <a:alpha val="15000"/>
            </a:srgbClr>
          </a:solidFill>
          <a:ln w="25400">
            <a:solidFill>
              <a:srgbClr val="008000"/>
            </a:solidFill>
            <a:prstDash val="solid"/>
          </a:ln>
        </p:spPr>
      </p:sp>
      <p:sp>
        <p:nvSpPr>
          <p:cNvPr id="259" name="Text 257"/>
          <p:cNvSpPr/>
          <p:nvPr/>
        </p:nvSpPr>
        <p:spPr>
          <a:xfrm>
            <a:off x="11292840" y="2011680"/>
            <a:ext cx="2560320" cy="73152"/>
          </a:xfrm>
          <a:prstGeom prst="rect">
            <a:avLst/>
          </a:prstGeom>
          <a:noFill/>
          <a:ln/>
        </p:spPr>
        <p:txBody>
          <a:bodyPr wrap="square" rtlCol="0" anchor="ctr"/>
          <a:lstStyle/>
          <a:p>
            <a:pPr algn="ctr" indent="0" marL="0">
              <a:buNone/>
            </a:pPr>
            <a:r>
              <a:rPr lang="en-US" sz="600" b="1" dirty="0">
                <a:solidFill>
                  <a:srgbClr val="008000"/>
                </a:solidFill>
              </a:rPr>
              <a:t>APPROVAL</a:t>
            </a:r>
            <a:endParaRPr lang="en-US" sz="600" dirty="0"/>
          </a:p>
        </p:txBody>
      </p:sp>
      <p:sp>
        <p:nvSpPr>
          <p:cNvPr id="260" name="Shape 258"/>
          <p:cNvSpPr/>
          <p:nvPr/>
        </p:nvSpPr>
        <p:spPr>
          <a:xfrm>
            <a:off x="11201400" y="3977640"/>
            <a:ext cx="2743200" cy="146304"/>
          </a:xfrm>
          <a:prstGeom prst="rect">
            <a:avLst/>
          </a:prstGeom>
          <a:solidFill>
            <a:srgbClr val="FF0000">
              <a:alpha val="15000"/>
            </a:srgbClr>
          </a:solidFill>
          <a:ln w="25400">
            <a:solidFill>
              <a:srgbClr val="800000"/>
            </a:solidFill>
            <a:prstDash val="solid"/>
          </a:ln>
        </p:spPr>
      </p:sp>
      <p:sp>
        <p:nvSpPr>
          <p:cNvPr id="261" name="Text 259"/>
          <p:cNvSpPr/>
          <p:nvPr/>
        </p:nvSpPr>
        <p:spPr>
          <a:xfrm>
            <a:off x="11292840" y="4023360"/>
            <a:ext cx="2560320" cy="73152"/>
          </a:xfrm>
          <a:prstGeom prst="rect">
            <a:avLst/>
          </a:prstGeom>
          <a:noFill/>
          <a:ln/>
        </p:spPr>
        <p:txBody>
          <a:bodyPr wrap="square" rtlCol="0" anchor="ctr"/>
          <a:lstStyle/>
          <a:p>
            <a:pPr algn="ctr" indent="0" marL="0">
              <a:buNone/>
            </a:pPr>
            <a:r>
              <a:rPr lang="en-US" sz="600" b="1" dirty="0">
                <a:solidFill>
                  <a:srgbClr val="800000"/>
                </a:solidFill>
              </a:rPr>
              <a:t>REJECTION</a:t>
            </a:r>
            <a:endParaRPr lang="en-US" sz="600" dirty="0"/>
          </a:p>
        </p:txBody>
      </p:sp>
      <p:sp>
        <p:nvSpPr>
          <p:cNvPr id="262" name="Shape 260"/>
          <p:cNvSpPr/>
          <p:nvPr/>
        </p:nvSpPr>
        <p:spPr>
          <a:xfrm>
            <a:off x="13953744" y="2935224"/>
            <a:ext cx="320040" cy="256032"/>
          </a:xfrm>
          <a:prstGeom prst="rect">
            <a:avLst/>
          </a:prstGeom>
          <a:solidFill>
            <a:srgbClr val="FFC400">
              <a:alpha val="15000"/>
            </a:srgbClr>
          </a:solidFill>
          <a:ln w="25400">
            <a:solidFill>
              <a:srgbClr val="FF8C00"/>
            </a:solidFill>
            <a:prstDash val="solid"/>
          </a:ln>
        </p:spPr>
      </p:sp>
      <p:sp>
        <p:nvSpPr>
          <p:cNvPr id="263" name="Text 261"/>
          <p:cNvSpPr/>
          <p:nvPr/>
        </p:nvSpPr>
        <p:spPr>
          <a:xfrm>
            <a:off x="13985748" y="3031236"/>
            <a:ext cx="256032" cy="64008"/>
          </a:xfrm>
          <a:prstGeom prst="rect">
            <a:avLst/>
          </a:prstGeom>
          <a:noFill/>
          <a:ln/>
        </p:spPr>
        <p:txBody>
          <a:bodyPr wrap="square" rtlCol="0" anchor="ctr"/>
          <a:lstStyle/>
          <a:p>
            <a:pPr algn="ctr" indent="0" marL="0">
              <a:buNone/>
            </a:pPr>
            <a:r>
              <a:rPr lang="en-US" sz="500" b="1" dirty="0">
                <a:solidFill>
                  <a:srgbClr val="FF8C00"/>
                </a:solidFill>
              </a:rPr>
              <a:t>ROLLBACK</a:t>
            </a:r>
            <a:endParaRPr lang="en-US" sz="500" dirty="0"/>
          </a:p>
        </p:txBody>
      </p:sp>
      <p:sp>
        <p:nvSpPr>
          <p:cNvPr id="264" name="Shape 262"/>
          <p:cNvSpPr/>
          <p:nvPr/>
        </p:nvSpPr>
        <p:spPr>
          <a:xfrm>
            <a:off x="10927080" y="2148840"/>
            <a:ext cx="82296" cy="1828800"/>
          </a:xfrm>
          <a:prstGeom prst="rect">
            <a:avLst/>
          </a:prstGeom>
          <a:solidFill>
            <a:srgbClr val="FFC400">
              <a:alpha val="10000"/>
            </a:srgbClr>
          </a:solidFill>
          <a:ln w="38100">
            <a:solidFill>
              <a:srgbClr val="FF8C00"/>
            </a:solidFill>
            <a:prstDash val="solid"/>
          </a:ln>
        </p:spPr>
      </p:sp>
      <p:sp>
        <p:nvSpPr>
          <p:cNvPr id="265" name="Shape 263"/>
          <p:cNvSpPr/>
          <p:nvPr/>
        </p:nvSpPr>
        <p:spPr>
          <a:xfrm>
            <a:off x="14081760" y="2148840"/>
            <a:ext cx="82296" cy="1828800"/>
          </a:xfrm>
          <a:prstGeom prst="rect">
            <a:avLst/>
          </a:prstGeom>
          <a:solidFill>
            <a:srgbClr val="FFC400">
              <a:alpha val="10000"/>
            </a:srgbClr>
          </a:solidFill>
          <a:ln w="38100">
            <a:solidFill>
              <a:srgbClr val="FF8C00"/>
            </a:solidFill>
            <a:prstDash val="solid"/>
          </a:ln>
        </p:spPr>
      </p:sp>
      <p:sp>
        <p:nvSpPr>
          <p:cNvPr id="266" name="Text 264"/>
          <p:cNvSpPr/>
          <p:nvPr/>
        </p:nvSpPr>
        <p:spPr>
          <a:xfrm>
            <a:off x="12207240" y="1783080"/>
            <a:ext cx="731520" cy="137160"/>
          </a:xfrm>
          <a:prstGeom prst="rect">
            <a:avLst/>
          </a:prstGeom>
          <a:noFill/>
          <a:ln/>
        </p:spPr>
        <p:txBody>
          <a:bodyPr wrap="square" rtlCol="0" anchor="ctr"/>
          <a:lstStyle/>
          <a:p>
            <a:pPr algn="ctr" indent="0" marL="0">
              <a:buNone/>
            </a:pPr>
            <a:r>
              <a:rPr lang="en-US" sz="1000" b="1" dirty="0">
                <a:solidFill>
                  <a:srgbClr val="FFC400"/>
                </a:solidFill>
              </a:rPr>
              <a:t>GOVERNANCE</a:t>
            </a:r>
            <a:endParaRPr lang="en-US" sz="1000" dirty="0"/>
          </a:p>
        </p:txBody>
      </p:sp>
      <p:sp>
        <p:nvSpPr>
          <p:cNvPr id="267" name="Shape 265"/>
          <p:cNvSpPr/>
          <p:nvPr/>
        </p:nvSpPr>
        <p:spPr>
          <a:xfrm>
            <a:off x="12207240" y="1920240"/>
            <a:ext cx="731520" cy="137160"/>
          </a:xfrm>
          <a:prstGeom prst="rect">
            <a:avLst/>
          </a:prstGeom>
          <a:solidFill>
            <a:srgbClr val="FF8C00">
              <a:alpha val="30000"/>
            </a:srgbClr>
          </a:solidFill>
          <a:ln w="12700">
            <a:solidFill>
              <a:srgbClr val="FF8C00"/>
            </a:solidFill>
            <a:prstDash val="solid"/>
          </a:ln>
        </p:spPr>
      </p:sp>
      <p:sp>
        <p:nvSpPr>
          <p:cNvPr id="268" name="Text 266"/>
          <p:cNvSpPr/>
          <p:nvPr/>
        </p:nvSpPr>
        <p:spPr>
          <a:xfrm>
            <a:off x="12252960" y="1938528"/>
            <a:ext cx="640080" cy="9144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CONSTITUTION</a:t>
            </a:r>
            <a:endParaRPr lang="en-US" sz="500" dirty="0"/>
          </a:p>
        </p:txBody>
      </p:sp>
      <p:sp>
        <p:nvSpPr>
          <p:cNvPr id="269" name="Shape 267"/>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270" name="Text 268"/>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271" name="Shape 269"/>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272" name="Shape 270"/>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273" name="Text 271"/>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274" name="Shape 272"/>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275" name="Shape 273"/>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276" name="Shape 274"/>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277" name="Text 275"/>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278" name="Shape 276"/>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279" name="Text 277"/>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280" name="Shape 278"/>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281" name="Text 279"/>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282" name="Shape 280"/>
          <p:cNvSpPr/>
          <p:nvPr/>
        </p:nvSpPr>
        <p:spPr>
          <a:xfrm>
            <a:off x="0" y="2423160"/>
            <a:ext cx="9144000" cy="228600"/>
          </a:xfrm>
          <a:prstGeom prst="rect">
            <a:avLst/>
          </a:prstGeom>
          <a:solidFill>
            <a:srgbClr val="404040">
              <a:alpha val="10000"/>
            </a:srgbClr>
          </a:solidFill>
          <a:ln w="12700">
            <a:solidFill>
              <a:srgbClr val="707070"/>
            </a:solidFill>
            <a:prstDash val="solid"/>
          </a:ln>
        </p:spPr>
      </p:sp>
      <p:sp>
        <p:nvSpPr>
          <p:cNvPr id="283" name="Shape 281"/>
          <p:cNvSpPr/>
          <p:nvPr/>
        </p:nvSpPr>
        <p:spPr>
          <a:xfrm>
            <a:off x="0" y="2651760"/>
            <a:ext cx="9144000" cy="228600"/>
          </a:xfrm>
          <a:prstGeom prst="rect">
            <a:avLst/>
          </a:prstGeom>
          <a:solidFill>
            <a:srgbClr val="505050">
              <a:alpha val="10000"/>
            </a:srgbClr>
          </a:solidFill>
          <a:ln w="12700">
            <a:solidFill>
              <a:srgbClr val="707070"/>
            </a:solidFill>
            <a:prstDash val="solid"/>
          </a:ln>
        </p:spPr>
      </p:sp>
      <p:sp>
        <p:nvSpPr>
          <p:cNvPr id="284" name="Shape 282"/>
          <p:cNvSpPr/>
          <p:nvPr/>
        </p:nvSpPr>
        <p:spPr>
          <a:xfrm>
            <a:off x="0" y="2880360"/>
            <a:ext cx="9144000" cy="228600"/>
          </a:xfrm>
          <a:prstGeom prst="rect">
            <a:avLst/>
          </a:prstGeom>
          <a:solidFill>
            <a:srgbClr val="606060">
              <a:alpha val="10000"/>
            </a:srgbClr>
          </a:solidFill>
          <a:ln w="12700">
            <a:solidFill>
              <a:srgbClr val="707070"/>
            </a:solidFill>
            <a:prstDash val="solid"/>
          </a:ln>
        </p:spPr>
      </p:sp>
      <p:sp>
        <p:nvSpPr>
          <p:cNvPr id="285" name="Shape 283"/>
          <p:cNvSpPr/>
          <p:nvPr/>
        </p:nvSpPr>
        <p:spPr>
          <a:xfrm>
            <a:off x="0" y="3108960"/>
            <a:ext cx="9144000" cy="228600"/>
          </a:xfrm>
          <a:prstGeom prst="rect">
            <a:avLst/>
          </a:prstGeom>
          <a:solidFill>
            <a:srgbClr val="505050">
              <a:alpha val="10000"/>
            </a:srgbClr>
          </a:solidFill>
          <a:ln w="12700">
            <a:solidFill>
              <a:srgbClr val="707070"/>
            </a:solidFill>
            <a:prstDash val="solid"/>
          </a:ln>
        </p:spPr>
      </p:sp>
      <p:sp>
        <p:nvSpPr>
          <p:cNvPr id="286" name="Shape 284"/>
          <p:cNvSpPr/>
          <p:nvPr/>
        </p:nvSpPr>
        <p:spPr>
          <a:xfrm>
            <a:off x="0" y="3337560"/>
            <a:ext cx="9144000" cy="228600"/>
          </a:xfrm>
          <a:prstGeom prst="rect">
            <a:avLst/>
          </a:prstGeom>
          <a:solidFill>
            <a:srgbClr val="404040">
              <a:alpha val="10000"/>
            </a:srgbClr>
          </a:solidFill>
          <a:ln w="12700">
            <a:solidFill>
              <a:srgbClr val="707070"/>
            </a:solidFill>
            <a:prstDash val="solid"/>
          </a:ln>
        </p:spPr>
      </p:sp>
      <p:sp>
        <p:nvSpPr>
          <p:cNvPr id="287" name="Shape 285"/>
          <p:cNvSpPr/>
          <p:nvPr/>
        </p:nvSpPr>
        <p:spPr>
          <a:xfrm>
            <a:off x="457200" y="2423160"/>
            <a:ext cx="1097280" cy="3154680"/>
          </a:xfrm>
          <a:prstGeom prst="rect">
            <a:avLst/>
          </a:prstGeom>
          <a:solidFill>
            <a:srgbClr val="454545">
              <a:alpha val="15000"/>
            </a:srgbClr>
          </a:solidFill>
          <a:ln w="12700">
            <a:solidFill>
              <a:srgbClr val="757575"/>
            </a:solidFill>
            <a:prstDash val="solid"/>
          </a:ln>
        </p:spPr>
      </p:sp>
      <p:sp>
        <p:nvSpPr>
          <p:cNvPr id="288" name="Shape 286"/>
          <p:cNvSpPr/>
          <p:nvPr/>
        </p:nvSpPr>
        <p:spPr>
          <a:xfrm>
            <a:off x="2286000" y="2423160"/>
            <a:ext cx="1097280" cy="3154680"/>
          </a:xfrm>
          <a:prstGeom prst="rect">
            <a:avLst/>
          </a:prstGeom>
          <a:solidFill>
            <a:srgbClr val="555555">
              <a:alpha val="15000"/>
            </a:srgbClr>
          </a:solidFill>
          <a:ln w="12700">
            <a:solidFill>
              <a:srgbClr val="757575"/>
            </a:solidFill>
            <a:prstDash val="solid"/>
          </a:ln>
        </p:spPr>
      </p:sp>
      <p:sp>
        <p:nvSpPr>
          <p:cNvPr id="289" name="Shape 287"/>
          <p:cNvSpPr/>
          <p:nvPr/>
        </p:nvSpPr>
        <p:spPr>
          <a:xfrm>
            <a:off x="4114800" y="2423160"/>
            <a:ext cx="1097280" cy="3154680"/>
          </a:xfrm>
          <a:prstGeom prst="rect">
            <a:avLst/>
          </a:prstGeom>
          <a:solidFill>
            <a:srgbClr val="656565">
              <a:alpha val="15000"/>
            </a:srgbClr>
          </a:solidFill>
          <a:ln w="12700">
            <a:solidFill>
              <a:srgbClr val="757575"/>
            </a:solidFill>
            <a:prstDash val="solid"/>
          </a:ln>
        </p:spPr>
      </p:sp>
      <p:sp>
        <p:nvSpPr>
          <p:cNvPr id="290" name="Shape 288"/>
          <p:cNvSpPr/>
          <p:nvPr/>
        </p:nvSpPr>
        <p:spPr>
          <a:xfrm>
            <a:off x="914400" y="2697480"/>
            <a:ext cx="365760" cy="274320"/>
          </a:xfrm>
          <a:prstGeom prst="rect">
            <a:avLst/>
          </a:prstGeom>
          <a:solidFill>
            <a:srgbClr val="4A4A4A">
              <a:alpha val="20000"/>
            </a:srgbClr>
          </a:solidFill>
          <a:ln w="25400">
            <a:solidFill>
              <a:srgbClr val="7A7A7A"/>
            </a:solidFill>
            <a:prstDash val="solid"/>
          </a:ln>
        </p:spPr>
      </p:sp>
      <p:sp>
        <p:nvSpPr>
          <p:cNvPr id="291" name="Text 289"/>
          <p:cNvSpPr/>
          <p:nvPr/>
        </p:nvSpPr>
        <p:spPr>
          <a:xfrm>
            <a:off x="1005840" y="2880360"/>
            <a:ext cx="274320" cy="68580"/>
          </a:xfrm>
          <a:prstGeom prst="rect">
            <a:avLst/>
          </a:prstGeom>
          <a:noFill/>
          <a:ln/>
        </p:spPr>
        <p:txBody>
          <a:bodyPr wrap="square" rtlCol="0" anchor="ctr"/>
          <a:lstStyle/>
          <a:p>
            <a:pPr algn="ctr" indent="0" marL="0">
              <a:buNone/>
            </a:pPr>
            <a:r>
              <a:rPr lang="en-US" sz="500" dirty="0">
                <a:solidFill>
                  <a:srgbClr val="9A9A9A"/>
                </a:solidFill>
              </a:rPr>
              <a:t>VAULT 1</a:t>
            </a:r>
            <a:endParaRPr lang="en-US" sz="500" dirty="0"/>
          </a:p>
        </p:txBody>
      </p:sp>
      <p:sp>
        <p:nvSpPr>
          <p:cNvPr id="292" name="Shape 290"/>
          <p:cNvSpPr/>
          <p:nvPr/>
        </p:nvSpPr>
        <p:spPr>
          <a:xfrm>
            <a:off x="3200400" y="2971800"/>
            <a:ext cx="365760" cy="274320"/>
          </a:xfrm>
          <a:prstGeom prst="rect">
            <a:avLst/>
          </a:prstGeom>
          <a:solidFill>
            <a:srgbClr val="4A4A4A">
              <a:alpha val="20000"/>
            </a:srgbClr>
          </a:solidFill>
          <a:ln w="25400">
            <a:solidFill>
              <a:srgbClr val="7A7A7A"/>
            </a:solidFill>
            <a:prstDash val="solid"/>
          </a:ln>
        </p:spPr>
      </p:sp>
      <p:sp>
        <p:nvSpPr>
          <p:cNvPr id="293" name="Text 291"/>
          <p:cNvSpPr/>
          <p:nvPr/>
        </p:nvSpPr>
        <p:spPr>
          <a:xfrm>
            <a:off x="3291840" y="3154680"/>
            <a:ext cx="274320" cy="68580"/>
          </a:xfrm>
          <a:prstGeom prst="rect">
            <a:avLst/>
          </a:prstGeom>
          <a:noFill/>
          <a:ln/>
        </p:spPr>
        <p:txBody>
          <a:bodyPr wrap="square" rtlCol="0" anchor="ctr"/>
          <a:lstStyle/>
          <a:p>
            <a:pPr algn="ctr" indent="0" marL="0">
              <a:buNone/>
            </a:pPr>
            <a:r>
              <a:rPr lang="en-US" sz="500" dirty="0">
                <a:solidFill>
                  <a:srgbClr val="9A9A9A"/>
                </a:solidFill>
              </a:rPr>
              <a:t>VAULT 2</a:t>
            </a:r>
            <a:endParaRPr lang="en-US" sz="500" dirty="0"/>
          </a:p>
        </p:txBody>
      </p:sp>
      <p:sp>
        <p:nvSpPr>
          <p:cNvPr id="294" name="Shape 292"/>
          <p:cNvSpPr/>
          <p:nvPr/>
        </p:nvSpPr>
        <p:spPr>
          <a:xfrm>
            <a:off x="5486400" y="2788920"/>
            <a:ext cx="365760" cy="274320"/>
          </a:xfrm>
          <a:prstGeom prst="rect">
            <a:avLst/>
          </a:prstGeom>
          <a:solidFill>
            <a:srgbClr val="4A4A4A">
              <a:alpha val="20000"/>
            </a:srgbClr>
          </a:solidFill>
          <a:ln w="25400">
            <a:solidFill>
              <a:srgbClr val="7A7A7A"/>
            </a:solidFill>
            <a:prstDash val="solid"/>
          </a:ln>
        </p:spPr>
      </p:sp>
      <p:sp>
        <p:nvSpPr>
          <p:cNvPr id="295" name="Text 293"/>
          <p:cNvSpPr/>
          <p:nvPr/>
        </p:nvSpPr>
        <p:spPr>
          <a:xfrm>
            <a:off x="5577840" y="2971800"/>
            <a:ext cx="274320" cy="68580"/>
          </a:xfrm>
          <a:prstGeom prst="rect">
            <a:avLst/>
          </a:prstGeom>
          <a:noFill/>
          <a:ln/>
        </p:spPr>
        <p:txBody>
          <a:bodyPr wrap="square" rtlCol="0" anchor="ctr"/>
          <a:lstStyle/>
          <a:p>
            <a:pPr algn="ctr" indent="0" marL="0">
              <a:buNone/>
            </a:pPr>
            <a:r>
              <a:rPr lang="en-US" sz="500" dirty="0">
                <a:solidFill>
                  <a:srgbClr val="9A9A9A"/>
                </a:solidFill>
              </a:rPr>
              <a:t>VAULT 3</a:t>
            </a:r>
            <a:endParaRPr lang="en-US" sz="500" dirty="0"/>
          </a:p>
        </p:txBody>
      </p:sp>
      <p:sp>
        <p:nvSpPr>
          <p:cNvPr id="296" name="Shape 294"/>
          <p:cNvSpPr/>
          <p:nvPr/>
        </p:nvSpPr>
        <p:spPr>
          <a:xfrm>
            <a:off x="7772400" y="2880360"/>
            <a:ext cx="365760" cy="274320"/>
          </a:xfrm>
          <a:prstGeom prst="rect">
            <a:avLst/>
          </a:prstGeom>
          <a:solidFill>
            <a:srgbClr val="4A4A4A">
              <a:alpha val="20000"/>
            </a:srgbClr>
          </a:solidFill>
          <a:ln w="25400">
            <a:solidFill>
              <a:srgbClr val="7A7A7A"/>
            </a:solidFill>
            <a:prstDash val="solid"/>
          </a:ln>
        </p:spPr>
      </p:sp>
      <p:sp>
        <p:nvSpPr>
          <p:cNvPr id="297" name="Text 295"/>
          <p:cNvSpPr/>
          <p:nvPr/>
        </p:nvSpPr>
        <p:spPr>
          <a:xfrm>
            <a:off x="7863840" y="3063240"/>
            <a:ext cx="274320" cy="68580"/>
          </a:xfrm>
          <a:prstGeom prst="rect">
            <a:avLst/>
          </a:prstGeom>
          <a:noFill/>
          <a:ln/>
        </p:spPr>
        <p:txBody>
          <a:bodyPr wrap="square" rtlCol="0" anchor="ctr"/>
          <a:lstStyle/>
          <a:p>
            <a:pPr algn="ctr" indent="0" marL="0">
              <a:buNone/>
            </a:pPr>
            <a:r>
              <a:rPr lang="en-US" sz="500" dirty="0">
                <a:solidFill>
                  <a:srgbClr val="9A9A9A"/>
                </a:solidFill>
              </a:rPr>
              <a:t>VAULT 4</a:t>
            </a:r>
            <a:endParaRPr lang="en-US" sz="500" dirty="0"/>
          </a:p>
        </p:txBody>
      </p:sp>
      <p:sp>
        <p:nvSpPr>
          <p:cNvPr id="298" name="Shape 296"/>
          <p:cNvSpPr/>
          <p:nvPr/>
        </p:nvSpPr>
        <p:spPr>
          <a:xfrm>
            <a:off x="0" y="2423160"/>
            <a:ext cx="0" cy="3154680"/>
          </a:xfrm>
          <a:prstGeom prst="line">
            <a:avLst/>
          </a:prstGeom>
          <a:noFill/>
          <a:ln w="6350">
            <a:solidFill>
              <a:srgbClr val="555555"/>
            </a:solidFill>
            <a:prstDash val="dash"/>
          </a:ln>
        </p:spPr>
      </p:sp>
      <p:sp>
        <p:nvSpPr>
          <p:cNvPr id="299" name="Shape 297"/>
          <p:cNvSpPr/>
          <p:nvPr/>
        </p:nvSpPr>
        <p:spPr>
          <a:xfrm>
            <a:off x="274320" y="2423160"/>
            <a:ext cx="0" cy="3154680"/>
          </a:xfrm>
          <a:prstGeom prst="line">
            <a:avLst/>
          </a:prstGeom>
          <a:noFill/>
          <a:ln w="6350">
            <a:solidFill>
              <a:srgbClr val="555555"/>
            </a:solidFill>
            <a:prstDash val="dash"/>
          </a:ln>
        </p:spPr>
      </p:sp>
      <p:sp>
        <p:nvSpPr>
          <p:cNvPr id="300" name="Shape 298"/>
          <p:cNvSpPr/>
          <p:nvPr/>
        </p:nvSpPr>
        <p:spPr>
          <a:xfrm>
            <a:off x="548640" y="2423160"/>
            <a:ext cx="0" cy="3154680"/>
          </a:xfrm>
          <a:prstGeom prst="line">
            <a:avLst/>
          </a:prstGeom>
          <a:noFill/>
          <a:ln w="6350">
            <a:solidFill>
              <a:srgbClr val="555555"/>
            </a:solidFill>
            <a:prstDash val="dash"/>
          </a:ln>
        </p:spPr>
      </p:sp>
      <p:sp>
        <p:nvSpPr>
          <p:cNvPr id="301" name="Shape 299"/>
          <p:cNvSpPr/>
          <p:nvPr/>
        </p:nvSpPr>
        <p:spPr>
          <a:xfrm>
            <a:off x="822960" y="2423160"/>
            <a:ext cx="0" cy="3154680"/>
          </a:xfrm>
          <a:prstGeom prst="line">
            <a:avLst/>
          </a:prstGeom>
          <a:noFill/>
          <a:ln w="6350">
            <a:solidFill>
              <a:srgbClr val="555555"/>
            </a:solidFill>
            <a:prstDash val="dash"/>
          </a:ln>
        </p:spPr>
      </p:sp>
      <p:sp>
        <p:nvSpPr>
          <p:cNvPr id="302" name="Shape 300"/>
          <p:cNvSpPr/>
          <p:nvPr/>
        </p:nvSpPr>
        <p:spPr>
          <a:xfrm>
            <a:off x="1097280" y="2423160"/>
            <a:ext cx="0" cy="3154680"/>
          </a:xfrm>
          <a:prstGeom prst="line">
            <a:avLst/>
          </a:prstGeom>
          <a:noFill/>
          <a:ln w="6350">
            <a:solidFill>
              <a:srgbClr val="555555"/>
            </a:solidFill>
            <a:prstDash val="dash"/>
          </a:ln>
        </p:spPr>
      </p:sp>
      <p:sp>
        <p:nvSpPr>
          <p:cNvPr id="303" name="Shape 301"/>
          <p:cNvSpPr/>
          <p:nvPr/>
        </p:nvSpPr>
        <p:spPr>
          <a:xfrm>
            <a:off x="1371600" y="2423160"/>
            <a:ext cx="0" cy="3154680"/>
          </a:xfrm>
          <a:prstGeom prst="line">
            <a:avLst/>
          </a:prstGeom>
          <a:noFill/>
          <a:ln w="6350">
            <a:solidFill>
              <a:srgbClr val="555555"/>
            </a:solidFill>
            <a:prstDash val="dash"/>
          </a:ln>
        </p:spPr>
      </p:sp>
      <p:sp>
        <p:nvSpPr>
          <p:cNvPr id="304" name="Shape 302"/>
          <p:cNvSpPr/>
          <p:nvPr/>
        </p:nvSpPr>
        <p:spPr>
          <a:xfrm>
            <a:off x="1645920" y="2423160"/>
            <a:ext cx="0" cy="3154680"/>
          </a:xfrm>
          <a:prstGeom prst="line">
            <a:avLst/>
          </a:prstGeom>
          <a:noFill/>
          <a:ln w="6350">
            <a:solidFill>
              <a:srgbClr val="555555"/>
            </a:solidFill>
            <a:prstDash val="dash"/>
          </a:ln>
        </p:spPr>
      </p:sp>
      <p:sp>
        <p:nvSpPr>
          <p:cNvPr id="305" name="Shape 303"/>
          <p:cNvSpPr/>
          <p:nvPr/>
        </p:nvSpPr>
        <p:spPr>
          <a:xfrm>
            <a:off x="1920240" y="2423160"/>
            <a:ext cx="0" cy="3154680"/>
          </a:xfrm>
          <a:prstGeom prst="line">
            <a:avLst/>
          </a:prstGeom>
          <a:noFill/>
          <a:ln w="6350">
            <a:solidFill>
              <a:srgbClr val="555555"/>
            </a:solidFill>
            <a:prstDash val="dash"/>
          </a:ln>
        </p:spPr>
      </p:sp>
      <p:sp>
        <p:nvSpPr>
          <p:cNvPr id="306" name="Shape 304"/>
          <p:cNvSpPr/>
          <p:nvPr/>
        </p:nvSpPr>
        <p:spPr>
          <a:xfrm>
            <a:off x="2194560" y="2423160"/>
            <a:ext cx="0" cy="3154680"/>
          </a:xfrm>
          <a:prstGeom prst="line">
            <a:avLst/>
          </a:prstGeom>
          <a:noFill/>
          <a:ln w="6350">
            <a:solidFill>
              <a:srgbClr val="555555"/>
            </a:solidFill>
            <a:prstDash val="dash"/>
          </a:ln>
        </p:spPr>
      </p:sp>
      <p:sp>
        <p:nvSpPr>
          <p:cNvPr id="307" name="Shape 305"/>
          <p:cNvSpPr/>
          <p:nvPr/>
        </p:nvSpPr>
        <p:spPr>
          <a:xfrm>
            <a:off x="2468880" y="2423160"/>
            <a:ext cx="0" cy="3154680"/>
          </a:xfrm>
          <a:prstGeom prst="line">
            <a:avLst/>
          </a:prstGeom>
          <a:noFill/>
          <a:ln w="6350">
            <a:solidFill>
              <a:srgbClr val="555555"/>
            </a:solidFill>
            <a:prstDash val="dash"/>
          </a:ln>
        </p:spPr>
      </p:sp>
      <p:sp>
        <p:nvSpPr>
          <p:cNvPr id="308" name="Shape 306"/>
          <p:cNvSpPr/>
          <p:nvPr/>
        </p:nvSpPr>
        <p:spPr>
          <a:xfrm>
            <a:off x="2743200" y="2423160"/>
            <a:ext cx="0" cy="3154680"/>
          </a:xfrm>
          <a:prstGeom prst="line">
            <a:avLst/>
          </a:prstGeom>
          <a:noFill/>
          <a:ln w="6350">
            <a:solidFill>
              <a:srgbClr val="555555"/>
            </a:solidFill>
            <a:prstDash val="dash"/>
          </a:ln>
        </p:spPr>
      </p:sp>
      <p:sp>
        <p:nvSpPr>
          <p:cNvPr id="309" name="Shape 307"/>
          <p:cNvSpPr/>
          <p:nvPr/>
        </p:nvSpPr>
        <p:spPr>
          <a:xfrm>
            <a:off x="3017520" y="2423160"/>
            <a:ext cx="0" cy="3154680"/>
          </a:xfrm>
          <a:prstGeom prst="line">
            <a:avLst/>
          </a:prstGeom>
          <a:noFill/>
          <a:ln w="6350">
            <a:solidFill>
              <a:srgbClr val="555555"/>
            </a:solidFill>
            <a:prstDash val="dash"/>
          </a:ln>
        </p:spPr>
      </p:sp>
      <p:sp>
        <p:nvSpPr>
          <p:cNvPr id="310" name="Shape 308"/>
          <p:cNvSpPr/>
          <p:nvPr/>
        </p:nvSpPr>
        <p:spPr>
          <a:xfrm>
            <a:off x="3291840" y="2423160"/>
            <a:ext cx="0" cy="3154680"/>
          </a:xfrm>
          <a:prstGeom prst="line">
            <a:avLst/>
          </a:prstGeom>
          <a:noFill/>
          <a:ln w="6350">
            <a:solidFill>
              <a:srgbClr val="555555"/>
            </a:solidFill>
            <a:prstDash val="dash"/>
          </a:ln>
        </p:spPr>
      </p:sp>
      <p:sp>
        <p:nvSpPr>
          <p:cNvPr id="311" name="Shape 309"/>
          <p:cNvSpPr/>
          <p:nvPr/>
        </p:nvSpPr>
        <p:spPr>
          <a:xfrm>
            <a:off x="3566160" y="2423160"/>
            <a:ext cx="0" cy="3154680"/>
          </a:xfrm>
          <a:prstGeom prst="line">
            <a:avLst/>
          </a:prstGeom>
          <a:noFill/>
          <a:ln w="6350">
            <a:solidFill>
              <a:srgbClr val="555555"/>
            </a:solidFill>
            <a:prstDash val="dash"/>
          </a:ln>
        </p:spPr>
      </p:sp>
      <p:sp>
        <p:nvSpPr>
          <p:cNvPr id="312" name="Shape 310"/>
          <p:cNvSpPr/>
          <p:nvPr/>
        </p:nvSpPr>
        <p:spPr>
          <a:xfrm>
            <a:off x="3840480" y="2423160"/>
            <a:ext cx="0" cy="3154680"/>
          </a:xfrm>
          <a:prstGeom prst="line">
            <a:avLst/>
          </a:prstGeom>
          <a:noFill/>
          <a:ln w="6350">
            <a:solidFill>
              <a:srgbClr val="555555"/>
            </a:solidFill>
            <a:prstDash val="dash"/>
          </a:ln>
        </p:spPr>
      </p:sp>
      <p:sp>
        <p:nvSpPr>
          <p:cNvPr id="313" name="Shape 311"/>
          <p:cNvSpPr/>
          <p:nvPr/>
        </p:nvSpPr>
        <p:spPr>
          <a:xfrm>
            <a:off x="4114800" y="2423160"/>
            <a:ext cx="0" cy="3154680"/>
          </a:xfrm>
          <a:prstGeom prst="line">
            <a:avLst/>
          </a:prstGeom>
          <a:noFill/>
          <a:ln w="6350">
            <a:solidFill>
              <a:srgbClr val="555555"/>
            </a:solidFill>
            <a:prstDash val="dash"/>
          </a:ln>
        </p:spPr>
      </p:sp>
      <p:sp>
        <p:nvSpPr>
          <p:cNvPr id="314" name="Shape 312"/>
          <p:cNvSpPr/>
          <p:nvPr/>
        </p:nvSpPr>
        <p:spPr>
          <a:xfrm>
            <a:off x="4389120" y="2423160"/>
            <a:ext cx="0" cy="3154680"/>
          </a:xfrm>
          <a:prstGeom prst="line">
            <a:avLst/>
          </a:prstGeom>
          <a:noFill/>
          <a:ln w="6350">
            <a:solidFill>
              <a:srgbClr val="555555"/>
            </a:solidFill>
            <a:prstDash val="dash"/>
          </a:ln>
        </p:spPr>
      </p:sp>
      <p:sp>
        <p:nvSpPr>
          <p:cNvPr id="315" name="Shape 313"/>
          <p:cNvSpPr/>
          <p:nvPr/>
        </p:nvSpPr>
        <p:spPr>
          <a:xfrm>
            <a:off x="4663440" y="2423160"/>
            <a:ext cx="0" cy="3154680"/>
          </a:xfrm>
          <a:prstGeom prst="line">
            <a:avLst/>
          </a:prstGeom>
          <a:noFill/>
          <a:ln w="6350">
            <a:solidFill>
              <a:srgbClr val="555555"/>
            </a:solidFill>
            <a:prstDash val="dash"/>
          </a:ln>
        </p:spPr>
      </p:sp>
      <p:sp>
        <p:nvSpPr>
          <p:cNvPr id="316" name="Shape 314"/>
          <p:cNvSpPr/>
          <p:nvPr/>
        </p:nvSpPr>
        <p:spPr>
          <a:xfrm>
            <a:off x="4937760" y="2423160"/>
            <a:ext cx="0" cy="3154680"/>
          </a:xfrm>
          <a:prstGeom prst="line">
            <a:avLst/>
          </a:prstGeom>
          <a:noFill/>
          <a:ln w="6350">
            <a:solidFill>
              <a:srgbClr val="555555"/>
            </a:solidFill>
            <a:prstDash val="dash"/>
          </a:ln>
        </p:spPr>
      </p:sp>
      <p:sp>
        <p:nvSpPr>
          <p:cNvPr id="317" name="Shape 315"/>
          <p:cNvSpPr/>
          <p:nvPr/>
        </p:nvSpPr>
        <p:spPr>
          <a:xfrm>
            <a:off x="5212080" y="2423160"/>
            <a:ext cx="0" cy="3154680"/>
          </a:xfrm>
          <a:prstGeom prst="line">
            <a:avLst/>
          </a:prstGeom>
          <a:noFill/>
          <a:ln w="6350">
            <a:solidFill>
              <a:srgbClr val="555555"/>
            </a:solidFill>
            <a:prstDash val="dash"/>
          </a:ln>
        </p:spPr>
      </p:sp>
      <p:sp>
        <p:nvSpPr>
          <p:cNvPr id="318" name="Shape 316"/>
          <p:cNvSpPr/>
          <p:nvPr/>
        </p:nvSpPr>
        <p:spPr>
          <a:xfrm>
            <a:off x="5486400" y="2423160"/>
            <a:ext cx="0" cy="3154680"/>
          </a:xfrm>
          <a:prstGeom prst="line">
            <a:avLst/>
          </a:prstGeom>
          <a:noFill/>
          <a:ln w="6350">
            <a:solidFill>
              <a:srgbClr val="555555"/>
            </a:solidFill>
            <a:prstDash val="dash"/>
          </a:ln>
        </p:spPr>
      </p:sp>
      <p:sp>
        <p:nvSpPr>
          <p:cNvPr id="319" name="Shape 317"/>
          <p:cNvSpPr/>
          <p:nvPr/>
        </p:nvSpPr>
        <p:spPr>
          <a:xfrm>
            <a:off x="5760720" y="2423160"/>
            <a:ext cx="0" cy="3154680"/>
          </a:xfrm>
          <a:prstGeom prst="line">
            <a:avLst/>
          </a:prstGeom>
          <a:noFill/>
          <a:ln w="6350">
            <a:solidFill>
              <a:srgbClr val="555555"/>
            </a:solidFill>
            <a:prstDash val="dash"/>
          </a:ln>
        </p:spPr>
      </p:sp>
      <p:sp>
        <p:nvSpPr>
          <p:cNvPr id="320" name="Shape 318"/>
          <p:cNvSpPr/>
          <p:nvPr/>
        </p:nvSpPr>
        <p:spPr>
          <a:xfrm>
            <a:off x="6035040" y="2423160"/>
            <a:ext cx="0" cy="3154680"/>
          </a:xfrm>
          <a:prstGeom prst="line">
            <a:avLst/>
          </a:prstGeom>
          <a:noFill/>
          <a:ln w="6350">
            <a:solidFill>
              <a:srgbClr val="555555"/>
            </a:solidFill>
            <a:prstDash val="dash"/>
          </a:ln>
        </p:spPr>
      </p:sp>
      <p:sp>
        <p:nvSpPr>
          <p:cNvPr id="321" name="Shape 319"/>
          <p:cNvSpPr/>
          <p:nvPr/>
        </p:nvSpPr>
        <p:spPr>
          <a:xfrm>
            <a:off x="6309360" y="2423160"/>
            <a:ext cx="0" cy="3154680"/>
          </a:xfrm>
          <a:prstGeom prst="line">
            <a:avLst/>
          </a:prstGeom>
          <a:noFill/>
          <a:ln w="6350">
            <a:solidFill>
              <a:srgbClr val="555555"/>
            </a:solidFill>
            <a:prstDash val="dash"/>
          </a:ln>
        </p:spPr>
      </p:sp>
      <p:sp>
        <p:nvSpPr>
          <p:cNvPr id="322" name="Shape 320"/>
          <p:cNvSpPr/>
          <p:nvPr/>
        </p:nvSpPr>
        <p:spPr>
          <a:xfrm>
            <a:off x="6583680" y="2423160"/>
            <a:ext cx="0" cy="3154680"/>
          </a:xfrm>
          <a:prstGeom prst="line">
            <a:avLst/>
          </a:prstGeom>
          <a:noFill/>
          <a:ln w="6350">
            <a:solidFill>
              <a:srgbClr val="555555"/>
            </a:solidFill>
            <a:prstDash val="dash"/>
          </a:ln>
        </p:spPr>
      </p:sp>
      <p:sp>
        <p:nvSpPr>
          <p:cNvPr id="323" name="Shape 321"/>
          <p:cNvSpPr/>
          <p:nvPr/>
        </p:nvSpPr>
        <p:spPr>
          <a:xfrm>
            <a:off x="6858000" y="2423160"/>
            <a:ext cx="0" cy="3154680"/>
          </a:xfrm>
          <a:prstGeom prst="line">
            <a:avLst/>
          </a:prstGeom>
          <a:noFill/>
          <a:ln w="6350">
            <a:solidFill>
              <a:srgbClr val="555555"/>
            </a:solidFill>
            <a:prstDash val="dash"/>
          </a:ln>
        </p:spPr>
      </p:sp>
      <p:sp>
        <p:nvSpPr>
          <p:cNvPr id="324" name="Shape 322"/>
          <p:cNvSpPr/>
          <p:nvPr/>
        </p:nvSpPr>
        <p:spPr>
          <a:xfrm>
            <a:off x="7132320" y="2423160"/>
            <a:ext cx="0" cy="3154680"/>
          </a:xfrm>
          <a:prstGeom prst="line">
            <a:avLst/>
          </a:prstGeom>
          <a:noFill/>
          <a:ln w="6350">
            <a:solidFill>
              <a:srgbClr val="555555"/>
            </a:solidFill>
            <a:prstDash val="dash"/>
          </a:ln>
        </p:spPr>
      </p:sp>
      <p:sp>
        <p:nvSpPr>
          <p:cNvPr id="325" name="Shape 323"/>
          <p:cNvSpPr/>
          <p:nvPr/>
        </p:nvSpPr>
        <p:spPr>
          <a:xfrm>
            <a:off x="7406640" y="2423160"/>
            <a:ext cx="0" cy="3154680"/>
          </a:xfrm>
          <a:prstGeom prst="line">
            <a:avLst/>
          </a:prstGeom>
          <a:noFill/>
          <a:ln w="6350">
            <a:solidFill>
              <a:srgbClr val="555555"/>
            </a:solidFill>
            <a:prstDash val="dash"/>
          </a:ln>
        </p:spPr>
      </p:sp>
      <p:sp>
        <p:nvSpPr>
          <p:cNvPr id="326" name="Shape 324"/>
          <p:cNvSpPr/>
          <p:nvPr/>
        </p:nvSpPr>
        <p:spPr>
          <a:xfrm>
            <a:off x="7680960" y="2423160"/>
            <a:ext cx="0" cy="3154680"/>
          </a:xfrm>
          <a:prstGeom prst="line">
            <a:avLst/>
          </a:prstGeom>
          <a:noFill/>
          <a:ln w="6350">
            <a:solidFill>
              <a:srgbClr val="555555"/>
            </a:solidFill>
            <a:prstDash val="dash"/>
          </a:ln>
        </p:spPr>
      </p:sp>
      <p:sp>
        <p:nvSpPr>
          <p:cNvPr id="327" name="Shape 325"/>
          <p:cNvSpPr/>
          <p:nvPr/>
        </p:nvSpPr>
        <p:spPr>
          <a:xfrm>
            <a:off x="7955280" y="2423160"/>
            <a:ext cx="0" cy="3154680"/>
          </a:xfrm>
          <a:prstGeom prst="line">
            <a:avLst/>
          </a:prstGeom>
          <a:noFill/>
          <a:ln w="6350">
            <a:solidFill>
              <a:srgbClr val="555555"/>
            </a:solidFill>
            <a:prstDash val="dash"/>
          </a:ln>
        </p:spPr>
      </p:sp>
      <p:sp>
        <p:nvSpPr>
          <p:cNvPr id="328" name="Shape 326"/>
          <p:cNvSpPr/>
          <p:nvPr/>
        </p:nvSpPr>
        <p:spPr>
          <a:xfrm>
            <a:off x="8229600" y="2423160"/>
            <a:ext cx="0" cy="3154680"/>
          </a:xfrm>
          <a:prstGeom prst="line">
            <a:avLst/>
          </a:prstGeom>
          <a:noFill/>
          <a:ln w="6350">
            <a:solidFill>
              <a:srgbClr val="555555"/>
            </a:solidFill>
            <a:prstDash val="dash"/>
          </a:ln>
        </p:spPr>
      </p:sp>
      <p:sp>
        <p:nvSpPr>
          <p:cNvPr id="329" name="Shape 327"/>
          <p:cNvSpPr/>
          <p:nvPr/>
        </p:nvSpPr>
        <p:spPr>
          <a:xfrm>
            <a:off x="8503920" y="2423160"/>
            <a:ext cx="0" cy="3154680"/>
          </a:xfrm>
          <a:prstGeom prst="line">
            <a:avLst/>
          </a:prstGeom>
          <a:noFill/>
          <a:ln w="6350">
            <a:solidFill>
              <a:srgbClr val="555555"/>
            </a:solidFill>
            <a:prstDash val="dash"/>
          </a:ln>
        </p:spPr>
      </p:sp>
      <p:sp>
        <p:nvSpPr>
          <p:cNvPr id="330" name="Shape 328"/>
          <p:cNvSpPr/>
          <p:nvPr/>
        </p:nvSpPr>
        <p:spPr>
          <a:xfrm>
            <a:off x="8778240" y="2423160"/>
            <a:ext cx="0" cy="3154680"/>
          </a:xfrm>
          <a:prstGeom prst="line">
            <a:avLst/>
          </a:prstGeom>
          <a:noFill/>
          <a:ln w="6350">
            <a:solidFill>
              <a:srgbClr val="555555"/>
            </a:solidFill>
            <a:prstDash val="dash"/>
          </a:ln>
        </p:spPr>
      </p:sp>
      <p:sp>
        <p:nvSpPr>
          <p:cNvPr id="331" name="Shape 329"/>
          <p:cNvSpPr/>
          <p:nvPr/>
        </p:nvSpPr>
        <p:spPr>
          <a:xfrm>
            <a:off x="9052560" y="2423160"/>
            <a:ext cx="0" cy="3154680"/>
          </a:xfrm>
          <a:prstGeom prst="line">
            <a:avLst/>
          </a:prstGeom>
          <a:noFill/>
          <a:ln w="6350">
            <a:solidFill>
              <a:srgbClr val="555555"/>
            </a:solidFill>
            <a:prstDash val="dash"/>
          </a:ln>
        </p:spPr>
      </p:sp>
      <p:sp>
        <p:nvSpPr>
          <p:cNvPr id="332" name="Shape 330"/>
          <p:cNvSpPr/>
          <p:nvPr/>
        </p:nvSpPr>
        <p:spPr>
          <a:xfrm>
            <a:off x="0" y="2423160"/>
            <a:ext cx="9144000" cy="0"/>
          </a:xfrm>
          <a:prstGeom prst="line">
            <a:avLst/>
          </a:prstGeom>
          <a:noFill/>
          <a:ln w="6350">
            <a:solidFill>
              <a:srgbClr val="555555"/>
            </a:solidFill>
            <a:prstDash val="dash"/>
          </a:ln>
        </p:spPr>
      </p:sp>
      <p:sp>
        <p:nvSpPr>
          <p:cNvPr id="333" name="Shape 331"/>
          <p:cNvSpPr/>
          <p:nvPr/>
        </p:nvSpPr>
        <p:spPr>
          <a:xfrm>
            <a:off x="0" y="2697480"/>
            <a:ext cx="9144000" cy="0"/>
          </a:xfrm>
          <a:prstGeom prst="line">
            <a:avLst/>
          </a:prstGeom>
          <a:noFill/>
          <a:ln w="6350">
            <a:solidFill>
              <a:srgbClr val="555555"/>
            </a:solidFill>
            <a:prstDash val="dash"/>
          </a:ln>
        </p:spPr>
      </p:sp>
      <p:sp>
        <p:nvSpPr>
          <p:cNvPr id="334" name="Shape 332"/>
          <p:cNvSpPr/>
          <p:nvPr/>
        </p:nvSpPr>
        <p:spPr>
          <a:xfrm>
            <a:off x="0" y="2971800"/>
            <a:ext cx="9144000" cy="0"/>
          </a:xfrm>
          <a:prstGeom prst="line">
            <a:avLst/>
          </a:prstGeom>
          <a:noFill/>
          <a:ln w="6350">
            <a:solidFill>
              <a:srgbClr val="555555"/>
            </a:solidFill>
            <a:prstDash val="dash"/>
          </a:ln>
        </p:spPr>
      </p:sp>
      <p:sp>
        <p:nvSpPr>
          <p:cNvPr id="335" name="Shape 333"/>
          <p:cNvSpPr/>
          <p:nvPr/>
        </p:nvSpPr>
        <p:spPr>
          <a:xfrm>
            <a:off x="0" y="3246120"/>
            <a:ext cx="9144000" cy="0"/>
          </a:xfrm>
          <a:prstGeom prst="line">
            <a:avLst/>
          </a:prstGeom>
          <a:noFill/>
          <a:ln w="6350">
            <a:solidFill>
              <a:srgbClr val="555555"/>
            </a:solidFill>
            <a:prstDash val="dash"/>
          </a:ln>
        </p:spPr>
      </p:sp>
      <p:sp>
        <p:nvSpPr>
          <p:cNvPr id="336" name="Shape 334"/>
          <p:cNvSpPr/>
          <p:nvPr/>
        </p:nvSpPr>
        <p:spPr>
          <a:xfrm>
            <a:off x="0" y="3520440"/>
            <a:ext cx="9144000" cy="0"/>
          </a:xfrm>
          <a:prstGeom prst="line">
            <a:avLst/>
          </a:prstGeom>
          <a:noFill/>
          <a:ln w="6350">
            <a:solidFill>
              <a:srgbClr val="555555"/>
            </a:solidFill>
            <a:prstDash val="dash"/>
          </a:ln>
        </p:spPr>
      </p:sp>
      <p:sp>
        <p:nvSpPr>
          <p:cNvPr id="337" name="Shape 335"/>
          <p:cNvSpPr/>
          <p:nvPr/>
        </p:nvSpPr>
        <p:spPr>
          <a:xfrm>
            <a:off x="0" y="3794760"/>
            <a:ext cx="9144000" cy="0"/>
          </a:xfrm>
          <a:prstGeom prst="line">
            <a:avLst/>
          </a:prstGeom>
          <a:noFill/>
          <a:ln w="6350">
            <a:solidFill>
              <a:srgbClr val="555555"/>
            </a:solidFill>
            <a:prstDash val="dash"/>
          </a:ln>
        </p:spPr>
      </p:sp>
      <p:sp>
        <p:nvSpPr>
          <p:cNvPr id="338" name="Shape 336"/>
          <p:cNvSpPr/>
          <p:nvPr/>
        </p:nvSpPr>
        <p:spPr>
          <a:xfrm>
            <a:off x="0" y="4069080"/>
            <a:ext cx="9144000" cy="0"/>
          </a:xfrm>
          <a:prstGeom prst="line">
            <a:avLst/>
          </a:prstGeom>
          <a:noFill/>
          <a:ln w="6350">
            <a:solidFill>
              <a:srgbClr val="555555"/>
            </a:solidFill>
            <a:prstDash val="dash"/>
          </a:ln>
        </p:spPr>
      </p:sp>
      <p:sp>
        <p:nvSpPr>
          <p:cNvPr id="339" name="Shape 337"/>
          <p:cNvSpPr/>
          <p:nvPr/>
        </p:nvSpPr>
        <p:spPr>
          <a:xfrm>
            <a:off x="0" y="4343400"/>
            <a:ext cx="9144000" cy="0"/>
          </a:xfrm>
          <a:prstGeom prst="line">
            <a:avLst/>
          </a:prstGeom>
          <a:noFill/>
          <a:ln w="6350">
            <a:solidFill>
              <a:srgbClr val="555555"/>
            </a:solidFill>
            <a:prstDash val="dash"/>
          </a:ln>
        </p:spPr>
      </p:sp>
      <p:sp>
        <p:nvSpPr>
          <p:cNvPr id="340" name="Shape 338"/>
          <p:cNvSpPr/>
          <p:nvPr/>
        </p:nvSpPr>
        <p:spPr>
          <a:xfrm>
            <a:off x="0" y="4617720"/>
            <a:ext cx="9144000" cy="0"/>
          </a:xfrm>
          <a:prstGeom prst="line">
            <a:avLst/>
          </a:prstGeom>
          <a:noFill/>
          <a:ln w="6350">
            <a:solidFill>
              <a:srgbClr val="555555"/>
            </a:solidFill>
            <a:prstDash val="dash"/>
          </a:ln>
        </p:spPr>
      </p:sp>
      <p:sp>
        <p:nvSpPr>
          <p:cNvPr id="341" name="Shape 339"/>
          <p:cNvSpPr/>
          <p:nvPr/>
        </p:nvSpPr>
        <p:spPr>
          <a:xfrm>
            <a:off x="0" y="4892040"/>
            <a:ext cx="9144000" cy="0"/>
          </a:xfrm>
          <a:prstGeom prst="line">
            <a:avLst/>
          </a:prstGeom>
          <a:noFill/>
          <a:ln w="6350">
            <a:solidFill>
              <a:srgbClr val="555555"/>
            </a:solidFill>
            <a:prstDash val="dash"/>
          </a:ln>
        </p:spPr>
      </p:sp>
      <p:sp>
        <p:nvSpPr>
          <p:cNvPr id="342" name="Shape 340"/>
          <p:cNvSpPr/>
          <p:nvPr/>
        </p:nvSpPr>
        <p:spPr>
          <a:xfrm>
            <a:off x="0" y="5166360"/>
            <a:ext cx="9144000" cy="0"/>
          </a:xfrm>
          <a:prstGeom prst="line">
            <a:avLst/>
          </a:prstGeom>
          <a:noFill/>
          <a:ln w="6350">
            <a:solidFill>
              <a:srgbClr val="555555"/>
            </a:solidFill>
            <a:prstDash val="dash"/>
          </a:ln>
        </p:spPr>
      </p:sp>
      <p:sp>
        <p:nvSpPr>
          <p:cNvPr id="343" name="Shape 341"/>
          <p:cNvSpPr/>
          <p:nvPr/>
        </p:nvSpPr>
        <p:spPr>
          <a:xfrm>
            <a:off x="0" y="5440680"/>
            <a:ext cx="9144000" cy="0"/>
          </a:xfrm>
          <a:prstGeom prst="line">
            <a:avLst/>
          </a:prstGeom>
          <a:noFill/>
          <a:ln w="6350">
            <a:solidFill>
              <a:srgbClr val="555555"/>
            </a:solidFill>
            <a:prstDash val="dash"/>
          </a:ln>
        </p:spPr>
      </p:sp>
      <p:sp>
        <p:nvSpPr>
          <p:cNvPr id="344" name="Shape 342"/>
          <p:cNvSpPr/>
          <p:nvPr/>
        </p:nvSpPr>
        <p:spPr>
          <a:xfrm>
            <a:off x="1828800" y="2423160"/>
            <a:ext cx="274320" cy="3154680"/>
          </a:xfrm>
          <a:prstGeom prst="rect">
            <a:avLst/>
          </a:prstGeom>
          <a:solidFill>
            <a:srgbClr val="4A4A4A">
              <a:alpha val="15000"/>
            </a:srgbClr>
          </a:solidFill>
          <a:ln w="25400">
            <a:solidFill>
              <a:srgbClr val="7A7A7A"/>
            </a:solidFill>
            <a:prstDash val="solid"/>
          </a:ln>
        </p:spPr>
      </p:sp>
      <p:sp>
        <p:nvSpPr>
          <p:cNvPr id="345" name="Shape 343"/>
          <p:cNvSpPr/>
          <p:nvPr/>
        </p:nvSpPr>
        <p:spPr>
          <a:xfrm>
            <a:off x="4114800" y="2423160"/>
            <a:ext cx="274320" cy="3154680"/>
          </a:xfrm>
          <a:prstGeom prst="rect">
            <a:avLst/>
          </a:prstGeom>
          <a:solidFill>
            <a:srgbClr val="4A4A4A">
              <a:alpha val="15000"/>
            </a:srgbClr>
          </a:solidFill>
          <a:ln w="25400">
            <a:solidFill>
              <a:srgbClr val="7A7A7A"/>
            </a:solidFill>
            <a:prstDash val="solid"/>
          </a:ln>
        </p:spPr>
      </p:sp>
      <p:sp>
        <p:nvSpPr>
          <p:cNvPr id="346" name="Shape 344"/>
          <p:cNvSpPr/>
          <p:nvPr/>
        </p:nvSpPr>
        <p:spPr>
          <a:xfrm>
            <a:off x="6400800" y="2423160"/>
            <a:ext cx="274320" cy="3154680"/>
          </a:xfrm>
          <a:prstGeom prst="rect">
            <a:avLst/>
          </a:prstGeom>
          <a:solidFill>
            <a:srgbClr val="4A4A4A">
              <a:alpha val="15000"/>
            </a:srgbClr>
          </a:solidFill>
          <a:ln w="25400">
            <a:solidFill>
              <a:srgbClr val="7A7A7A"/>
            </a:solidFill>
            <a:prstDash val="solid"/>
          </a:ln>
        </p:spPr>
      </p:sp>
      <p:sp>
        <p:nvSpPr>
          <p:cNvPr id="347" name="Text 345"/>
          <p:cNvSpPr/>
          <p:nvPr/>
        </p:nvSpPr>
        <p:spPr>
          <a:xfrm>
            <a:off x="182880" y="5394960"/>
            <a:ext cx="1371600" cy="137160"/>
          </a:xfrm>
          <a:prstGeom prst="rect">
            <a:avLst/>
          </a:prstGeom>
          <a:noFill/>
          <a:ln/>
        </p:spPr>
        <p:txBody>
          <a:bodyPr wrap="square" rtlCol="0" anchor="ctr"/>
          <a:lstStyle/>
          <a:p>
            <a:pPr indent="0" marL="0">
              <a:buNone/>
            </a:pPr>
            <a:r>
              <a:rPr lang="en-US" sz="1000" b="1" dirty="0">
                <a:solidFill>
                  <a:srgbClr val="8A8A8A"/>
                </a:solidFill>
              </a:rPr>
              <a:t>BEDROCK</a:t>
            </a:r>
            <a:endParaRPr lang="en-US" sz="1000" dirty="0"/>
          </a:p>
        </p:txBody>
      </p:sp>
      <p:sp>
        <p:nvSpPr>
          <p:cNvPr id="348" name="Text 346"/>
          <p:cNvSpPr/>
          <p:nvPr/>
        </p:nvSpPr>
        <p:spPr>
          <a:xfrm>
            <a:off x="1828800" y="5394960"/>
            <a:ext cx="6400800" cy="137160"/>
          </a:xfrm>
          <a:prstGeom prst="rect">
            <a:avLst/>
          </a:prstGeom>
          <a:noFill/>
          <a:ln/>
        </p:spPr>
        <p:txBody>
          <a:bodyPr wrap="square" rtlCol="0" anchor="ctr"/>
          <a:lstStyle/>
          <a:p>
            <a:pPr indent="0" marL="0">
              <a:buNone/>
            </a:pPr>
            <a:r>
              <a:rPr lang="en-US" sz="700" dirty="0">
                <a:solidFill>
                  <a:srgbClr val="6A6A6A"/>
                </a:solidFill>
                <a:latin typeface="Courier New" pitchFamily="34" charset="0"/>
                <a:ea typeface="Courier New" pitchFamily="34" charset="-122"/>
                <a:cs typeface="Courier New" pitchFamily="34" charset="-120"/>
              </a:rPr>
              <a:t>IF IT IS NOT HERE, IT DID NOT HAPPEN</a:t>
            </a:r>
            <a:endParaRPr lang="en-US" sz="700" dirty="0"/>
          </a:p>
        </p:txBody>
      </p:sp>
      <p:sp>
        <p:nvSpPr>
          <p:cNvPr id="349" name="Shape 347"/>
          <p:cNvSpPr/>
          <p:nvPr/>
        </p:nvSpPr>
        <p:spPr>
          <a:xfrm>
            <a:off x="4572000" y="-845820"/>
            <a:ext cx="1554480" cy="777240"/>
          </a:xfrm>
          <a:prstGeom prst="line">
            <a:avLst/>
          </a:prstGeom>
          <a:noFill/>
          <a:ln w="25400">
            <a:solidFill>
              <a:srgbClr val="00E5FF"/>
            </a:solidFill>
            <a:prstDash val="solid"/>
          </a:ln>
        </p:spPr>
      </p:sp>
      <p:sp>
        <p:nvSpPr>
          <p:cNvPr id="350" name="Shape 348"/>
          <p:cNvSpPr/>
          <p:nvPr/>
        </p:nvSpPr>
        <p:spPr>
          <a:xfrm>
            <a:off x="6126480" y="-68580"/>
            <a:ext cx="0" cy="777240"/>
          </a:xfrm>
          <a:prstGeom prst="line">
            <a:avLst/>
          </a:prstGeom>
          <a:noFill/>
          <a:ln w="25400">
            <a:solidFill>
              <a:srgbClr val="00E5FF"/>
            </a:solidFill>
            <a:prstDash val="solid"/>
          </a:ln>
        </p:spPr>
      </p:sp>
      <p:sp>
        <p:nvSpPr>
          <p:cNvPr id="351" name="Shape 349"/>
          <p:cNvSpPr/>
          <p:nvPr/>
        </p:nvSpPr>
        <p:spPr>
          <a:xfrm>
            <a:off x="6126480" y="708660"/>
            <a:ext cx="-1554480" cy="777240"/>
          </a:xfrm>
          <a:prstGeom prst="line">
            <a:avLst/>
          </a:prstGeom>
          <a:noFill/>
          <a:ln w="25400">
            <a:solidFill>
              <a:srgbClr val="00E5FF"/>
            </a:solidFill>
            <a:prstDash val="solid"/>
          </a:ln>
        </p:spPr>
      </p:sp>
      <p:sp>
        <p:nvSpPr>
          <p:cNvPr id="352" name="Shape 350"/>
          <p:cNvSpPr/>
          <p:nvPr/>
        </p:nvSpPr>
        <p:spPr>
          <a:xfrm>
            <a:off x="4572000" y="1485900"/>
            <a:ext cx="-1554480" cy="-777240"/>
          </a:xfrm>
          <a:prstGeom prst="line">
            <a:avLst/>
          </a:prstGeom>
          <a:noFill/>
          <a:ln w="25400">
            <a:solidFill>
              <a:srgbClr val="00E5FF"/>
            </a:solidFill>
            <a:prstDash val="solid"/>
          </a:ln>
        </p:spPr>
      </p:sp>
      <p:sp>
        <p:nvSpPr>
          <p:cNvPr id="353" name="Shape 351"/>
          <p:cNvSpPr/>
          <p:nvPr/>
        </p:nvSpPr>
        <p:spPr>
          <a:xfrm>
            <a:off x="3017520" y="708660"/>
            <a:ext cx="0" cy="-777240"/>
          </a:xfrm>
          <a:prstGeom prst="line">
            <a:avLst/>
          </a:prstGeom>
          <a:noFill/>
          <a:ln w="25400">
            <a:solidFill>
              <a:srgbClr val="00E5FF"/>
            </a:solidFill>
            <a:prstDash val="solid"/>
          </a:ln>
        </p:spPr>
      </p:sp>
      <p:sp>
        <p:nvSpPr>
          <p:cNvPr id="354" name="Shape 352"/>
          <p:cNvSpPr/>
          <p:nvPr/>
        </p:nvSpPr>
        <p:spPr>
          <a:xfrm>
            <a:off x="3017520" y="-68580"/>
            <a:ext cx="1554480" cy="-777240"/>
          </a:xfrm>
          <a:prstGeom prst="line">
            <a:avLst/>
          </a:prstGeom>
          <a:noFill/>
          <a:ln w="25400">
            <a:solidFill>
              <a:srgbClr val="00E5FF"/>
            </a:solidFill>
            <a:prstDash val="solid"/>
          </a:ln>
        </p:spPr>
      </p:sp>
      <p:sp>
        <p:nvSpPr>
          <p:cNvPr id="355" name="Shape 353"/>
          <p:cNvSpPr/>
          <p:nvPr/>
        </p:nvSpPr>
        <p:spPr>
          <a:xfrm>
            <a:off x="4206240" y="-662940"/>
            <a:ext cx="731520" cy="274320"/>
          </a:xfrm>
          <a:prstGeom prst="rect">
            <a:avLst/>
          </a:prstGeom>
          <a:solidFill>
            <a:srgbClr val="00E5FF">
              <a:alpha val="15000"/>
            </a:srgbClr>
          </a:solidFill>
          <a:ln w="25400">
            <a:solidFill>
              <a:srgbClr val="008B8B"/>
            </a:solidFill>
            <a:prstDash val="solid"/>
          </a:ln>
        </p:spPr>
      </p:sp>
      <p:sp>
        <p:nvSpPr>
          <p:cNvPr id="356" name="Text 354"/>
          <p:cNvSpPr/>
          <p:nvPr/>
        </p:nvSpPr>
        <p:spPr>
          <a:xfrm>
            <a:off x="4251960" y="-617220"/>
            <a:ext cx="640080" cy="91440"/>
          </a:xfrm>
          <a:prstGeom prst="rect">
            <a:avLst/>
          </a:prstGeom>
          <a:noFill/>
          <a:ln/>
        </p:spPr>
        <p:txBody>
          <a:bodyPr wrap="square" rtlCol="0" anchor="ctr"/>
          <a:lstStyle/>
          <a:p>
            <a:pPr algn="ctr" indent="0" marL="0">
              <a:buNone/>
            </a:pPr>
            <a:r>
              <a:rPr lang="en-US" sz="500" b="1" dirty="0">
                <a:solidFill>
                  <a:srgbClr val="008B8B"/>
                </a:solidFill>
              </a:rPr>
              <a:t>INGRESS</a:t>
            </a:r>
            <a:endParaRPr lang="en-US" sz="500" dirty="0"/>
          </a:p>
        </p:txBody>
      </p:sp>
      <p:sp>
        <p:nvSpPr>
          <p:cNvPr id="357" name="Shape 355"/>
          <p:cNvSpPr/>
          <p:nvPr/>
        </p:nvSpPr>
        <p:spPr>
          <a:xfrm>
            <a:off x="4297680" y="137160"/>
            <a:ext cx="548640" cy="365760"/>
          </a:xfrm>
          <a:prstGeom prst="trapezoid">
            <a:avLst/>
          </a:prstGeom>
          <a:solidFill>
            <a:srgbClr val="00E5FF">
              <a:alpha val="15000"/>
            </a:srgbClr>
          </a:solidFill>
          <a:ln w="25400">
            <a:solidFill>
              <a:srgbClr val="008B8B"/>
            </a:solidFill>
            <a:prstDash val="solid"/>
          </a:ln>
        </p:spPr>
      </p:sp>
      <p:sp>
        <p:nvSpPr>
          <p:cNvPr id="358" name="Text 356"/>
          <p:cNvSpPr/>
          <p:nvPr/>
        </p:nvSpPr>
        <p:spPr>
          <a:xfrm>
            <a:off x="4343400" y="274320"/>
            <a:ext cx="457200" cy="91440"/>
          </a:xfrm>
          <a:prstGeom prst="rect">
            <a:avLst/>
          </a:prstGeom>
          <a:noFill/>
          <a:ln/>
        </p:spPr>
        <p:txBody>
          <a:bodyPr wrap="square" rtlCol="0" anchor="ctr"/>
          <a:lstStyle/>
          <a:p>
            <a:pPr algn="ctr" indent="0" marL="0">
              <a:buNone/>
            </a:pPr>
            <a:r>
              <a:rPr lang="en-US" sz="500" b="1" dirty="0">
                <a:solidFill>
                  <a:srgbClr val="008B8B"/>
                </a:solidFill>
              </a:rPr>
              <a:t>INTAKE</a:t>
            </a:r>
            <a:endParaRPr lang="en-US" sz="500" dirty="0"/>
          </a:p>
        </p:txBody>
      </p:sp>
      <p:sp>
        <p:nvSpPr>
          <p:cNvPr id="359" name="Shape 357"/>
          <p:cNvSpPr/>
          <p:nvPr/>
        </p:nvSpPr>
        <p:spPr>
          <a:xfrm>
            <a:off x="4297680" y="1028700"/>
            <a:ext cx="548640" cy="274320"/>
          </a:xfrm>
          <a:prstGeom prst="rect">
            <a:avLst/>
          </a:prstGeom>
          <a:solidFill>
            <a:srgbClr val="00E5FF">
              <a:alpha val="15000"/>
            </a:srgbClr>
          </a:solidFill>
          <a:ln w="25400">
            <a:solidFill>
              <a:srgbClr val="008B8B"/>
            </a:solidFill>
            <a:prstDash val="solid"/>
          </a:ln>
        </p:spPr>
      </p:sp>
      <p:sp>
        <p:nvSpPr>
          <p:cNvPr id="360" name="Text 358"/>
          <p:cNvSpPr/>
          <p:nvPr/>
        </p:nvSpPr>
        <p:spPr>
          <a:xfrm>
            <a:off x="4343400" y="1074420"/>
            <a:ext cx="457200" cy="91440"/>
          </a:xfrm>
          <a:prstGeom prst="rect">
            <a:avLst/>
          </a:prstGeom>
          <a:noFill/>
          <a:ln/>
        </p:spPr>
        <p:txBody>
          <a:bodyPr wrap="square" rtlCol="0" anchor="ctr"/>
          <a:lstStyle/>
          <a:p>
            <a:pPr algn="ctr" indent="0" marL="0">
              <a:buNone/>
            </a:pPr>
            <a:r>
              <a:rPr lang="en-US" sz="500" b="1" dirty="0">
                <a:solidFill>
                  <a:srgbClr val="008B8B"/>
                </a:solidFill>
              </a:rPr>
              <a:t>EMISSION</a:t>
            </a:r>
            <a:endParaRPr lang="en-US" sz="500" dirty="0"/>
          </a:p>
        </p:txBody>
      </p:sp>
      <p:sp>
        <p:nvSpPr>
          <p:cNvPr id="361" name="Shape 359"/>
          <p:cNvSpPr/>
          <p:nvPr/>
        </p:nvSpPr>
        <p:spPr>
          <a:xfrm>
            <a:off x="5486400" y="-754380"/>
            <a:ext cx="548640" cy="109728"/>
          </a:xfrm>
          <a:prstGeom prst="rect">
            <a:avLst/>
          </a:prstGeom>
          <a:solidFill>
            <a:srgbClr val="008B8B">
              <a:alpha val="30000"/>
            </a:srgbClr>
          </a:solidFill>
          <a:ln w="12700">
            <a:solidFill>
              <a:srgbClr val="008B8B"/>
            </a:solidFill>
            <a:prstDash val="solid"/>
          </a:ln>
        </p:spPr>
      </p:sp>
      <p:sp>
        <p:nvSpPr>
          <p:cNvPr id="362" name="Text 360"/>
          <p:cNvSpPr/>
          <p:nvPr/>
        </p:nvSpPr>
        <p:spPr>
          <a:xfrm>
            <a:off x="5532120" y="-736092"/>
            <a:ext cx="45720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EXTERNAL</a:t>
            </a:r>
            <a:endParaRPr lang="en-US" sz="400" dirty="0"/>
          </a:p>
        </p:txBody>
      </p:sp>
      <p:sp>
        <p:nvSpPr>
          <p:cNvPr id="363" name="Text 361"/>
          <p:cNvSpPr/>
          <p:nvPr/>
        </p:nvSpPr>
        <p:spPr>
          <a:xfrm>
            <a:off x="4297680" y="548640"/>
            <a:ext cx="548640" cy="137160"/>
          </a:xfrm>
          <a:prstGeom prst="rect">
            <a:avLst/>
          </a:prstGeom>
          <a:noFill/>
          <a:ln/>
        </p:spPr>
        <p:txBody>
          <a:bodyPr wrap="square" rtlCol="0" anchor="ctr"/>
          <a:lstStyle/>
          <a:p>
            <a:pPr algn="ctr" indent="0" marL="0">
              <a:buNone/>
            </a:pPr>
            <a:r>
              <a:rPr lang="en-US" sz="900" b="1" dirty="0">
                <a:solidFill>
                  <a:srgbClr val="00E5FF"/>
                </a:solidFill>
              </a:rPr>
              <a:t>GATEWAY</a:t>
            </a:r>
            <a:endParaRPr lang="en-US" sz="900" dirty="0"/>
          </a:p>
        </p:txBody>
      </p:sp>
      <p:sp>
        <p:nvSpPr>
          <p:cNvPr id="364" name="Shape 362"/>
          <p:cNvSpPr/>
          <p:nvPr/>
        </p:nvSpPr>
        <p:spPr>
          <a:xfrm>
            <a:off x="5454396" y="731520"/>
            <a:ext cx="2194560" cy="1463040"/>
          </a:xfrm>
          <a:prstGeom prst="ellipse">
            <a:avLst/>
          </a:prstGeom>
          <a:solidFill>
            <a:srgbClr val="FFC400">
              <a:alpha val="15000"/>
            </a:srgbClr>
          </a:solidFill>
          <a:ln w="38100">
            <a:solidFill>
              <a:srgbClr val="FFC400"/>
            </a:solidFill>
            <a:prstDash val="solid"/>
          </a:ln>
        </p:spPr>
      </p:sp>
      <p:sp>
        <p:nvSpPr>
          <p:cNvPr id="365" name="Text 363"/>
          <p:cNvSpPr/>
          <p:nvPr/>
        </p:nvSpPr>
        <p:spPr>
          <a:xfrm>
            <a:off x="6003036" y="1371600"/>
            <a:ext cx="1097280" cy="182880"/>
          </a:xfrm>
          <a:prstGeom prst="rect">
            <a:avLst/>
          </a:prstGeom>
          <a:noFill/>
          <a:ln/>
        </p:spPr>
        <p:txBody>
          <a:bodyPr wrap="square" rtlCol="0" anchor="ctr"/>
          <a:lstStyle/>
          <a:p>
            <a:pPr algn="ctr" indent="0" marL="0">
              <a:buNone/>
            </a:pPr>
            <a:r>
              <a:rPr lang="en-US" sz="700" b="1" dirty="0">
                <a:solidFill>
                  <a:srgbClr val="FFC400"/>
                </a:solidFill>
              </a:rPr>
              <a:t>EVIDENCE CORE</a:t>
            </a:r>
            <a:endParaRPr lang="en-US" sz="700" dirty="0"/>
          </a:p>
        </p:txBody>
      </p:sp>
      <p:sp>
        <p:nvSpPr>
          <p:cNvPr id="366" name="Shape 364"/>
          <p:cNvSpPr/>
          <p:nvPr/>
        </p:nvSpPr>
        <p:spPr>
          <a:xfrm>
            <a:off x="5161788" y="531815"/>
            <a:ext cx="2779776" cy="1862450"/>
          </a:xfrm>
          <a:prstGeom prst="ellipse">
            <a:avLst/>
          </a:prstGeom>
          <a:solidFill>
            <a:srgbClr val="FFC400">
              <a:alpha val="5000"/>
            </a:srgbClr>
          </a:solidFill>
          <a:ln w="25400">
            <a:solidFill>
              <a:srgbClr val="FF8C00"/>
            </a:solidFill>
            <a:prstDash val="dash"/>
          </a:ln>
        </p:spPr>
      </p:sp>
      <p:sp>
        <p:nvSpPr>
          <p:cNvPr id="367" name="Shape 365"/>
          <p:cNvSpPr/>
          <p:nvPr/>
        </p:nvSpPr>
        <p:spPr>
          <a:xfrm>
            <a:off x="4869180" y="335768"/>
            <a:ext cx="3364992" cy="2254545"/>
          </a:xfrm>
          <a:prstGeom prst="ellipse">
            <a:avLst/>
          </a:prstGeom>
          <a:solidFill>
            <a:srgbClr val="FFC400">
              <a:alpha val="5000"/>
            </a:srgbClr>
          </a:solidFill>
          <a:ln w="25400">
            <a:solidFill>
              <a:srgbClr val="FF8C00"/>
            </a:solidFill>
            <a:prstDash val="dash"/>
          </a:ln>
        </p:spPr>
      </p:sp>
      <p:sp>
        <p:nvSpPr>
          <p:cNvPr id="368" name="Shape 366"/>
          <p:cNvSpPr/>
          <p:nvPr/>
        </p:nvSpPr>
        <p:spPr>
          <a:xfrm>
            <a:off x="4576572" y="139720"/>
            <a:ext cx="3950208" cy="2646639"/>
          </a:xfrm>
          <a:prstGeom prst="ellipse">
            <a:avLst/>
          </a:prstGeom>
          <a:solidFill>
            <a:srgbClr val="FFC400">
              <a:alpha val="5000"/>
            </a:srgbClr>
          </a:solidFill>
          <a:ln w="25400">
            <a:solidFill>
              <a:srgbClr val="FF8C00"/>
            </a:solidFill>
            <a:prstDash val="dash"/>
          </a:ln>
        </p:spPr>
      </p:sp>
      <p:sp>
        <p:nvSpPr>
          <p:cNvPr id="369" name="Shape 367"/>
          <p:cNvSpPr/>
          <p:nvPr/>
        </p:nvSpPr>
        <p:spPr>
          <a:xfrm>
            <a:off x="4411980" y="29444"/>
            <a:ext cx="4279392" cy="2867193"/>
          </a:xfrm>
          <a:prstGeom prst="ellipse">
            <a:avLst/>
          </a:prstGeom>
          <a:solidFill>
            <a:srgbClr val="FFC400">
              <a:alpha val="3000"/>
            </a:srgbClr>
          </a:solidFill>
          <a:ln w="12700">
            <a:solidFill>
              <a:srgbClr val="FF8C00"/>
            </a:solidFill>
            <a:prstDash val="dash"/>
          </a:ln>
        </p:spPr>
      </p:sp>
      <p:sp>
        <p:nvSpPr>
          <p:cNvPr id="370" name="Shape 368"/>
          <p:cNvSpPr/>
          <p:nvPr/>
        </p:nvSpPr>
        <p:spPr>
          <a:xfrm>
            <a:off x="6039612" y="-274320"/>
            <a:ext cx="1024128" cy="320040"/>
          </a:xfrm>
          <a:prstGeom prst="rect">
            <a:avLst/>
          </a:prstGeom>
          <a:solidFill>
            <a:srgbClr val="FFC400">
              <a:alpha val="15000"/>
            </a:srgbClr>
          </a:solidFill>
          <a:ln w="25400">
            <a:solidFill>
              <a:srgbClr val="FF8C00"/>
            </a:solidFill>
            <a:prstDash val="solid"/>
          </a:ln>
        </p:spPr>
      </p:sp>
      <p:sp>
        <p:nvSpPr>
          <p:cNvPr id="371" name="Text 369"/>
          <p:cNvSpPr/>
          <p:nvPr/>
        </p:nvSpPr>
        <p:spPr>
          <a:xfrm>
            <a:off x="6103620" y="-182880"/>
            <a:ext cx="896112" cy="96012"/>
          </a:xfrm>
          <a:prstGeom prst="rect">
            <a:avLst/>
          </a:prstGeom>
          <a:noFill/>
          <a:ln/>
        </p:spPr>
        <p:txBody>
          <a:bodyPr wrap="square" rtlCol="0" anchor="ctr"/>
          <a:lstStyle/>
          <a:p>
            <a:pPr algn="ctr" indent="0" marL="0">
              <a:buNone/>
            </a:pPr>
            <a:r>
              <a:rPr lang="en-US" sz="500" b="1" dirty="0">
                <a:solidFill>
                  <a:srgbClr val="FF8C00"/>
                </a:solidFill>
              </a:rPr>
              <a:t>CAUSAL OBSERVATORY</a:t>
            </a:r>
            <a:endParaRPr lang="en-US" sz="500" dirty="0"/>
          </a:p>
        </p:txBody>
      </p:sp>
      <p:sp>
        <p:nvSpPr>
          <p:cNvPr id="372" name="Shape 370"/>
          <p:cNvSpPr/>
          <p:nvPr/>
        </p:nvSpPr>
        <p:spPr>
          <a:xfrm>
            <a:off x="6277356" y="3108960"/>
            <a:ext cx="457200" cy="182880"/>
          </a:xfrm>
          <a:prstGeom prst="rect">
            <a:avLst/>
          </a:prstGeom>
          <a:solidFill>
            <a:srgbClr val="FFC400">
              <a:alpha val="15000"/>
            </a:srgbClr>
          </a:solidFill>
          <a:ln w="25400">
            <a:solidFill>
              <a:srgbClr val="FF8C00"/>
            </a:solidFill>
            <a:prstDash val="solid"/>
          </a:ln>
        </p:spPr>
      </p:sp>
      <p:sp>
        <p:nvSpPr>
          <p:cNvPr id="373" name="Text 371"/>
          <p:cNvSpPr/>
          <p:nvPr/>
        </p:nvSpPr>
        <p:spPr>
          <a:xfrm>
            <a:off x="6368796" y="3154680"/>
            <a:ext cx="365760" cy="45720"/>
          </a:xfrm>
          <a:prstGeom prst="rect">
            <a:avLst/>
          </a:prstGeom>
          <a:noFill/>
          <a:ln/>
        </p:spPr>
        <p:txBody>
          <a:bodyPr wrap="square" rtlCol="0" anchor="ctr"/>
          <a:lstStyle/>
          <a:p>
            <a:pPr algn="ctr" indent="0" marL="0">
              <a:buNone/>
            </a:pPr>
            <a:r>
              <a:rPr lang="en-US" sz="400" b="1" dirty="0">
                <a:solidFill>
                  <a:srgbClr val="FF8C00"/>
                </a:solidFill>
              </a:rPr>
              <a:t>CHAMBER 1</a:t>
            </a:r>
            <a:endParaRPr lang="en-US" sz="400" dirty="0"/>
          </a:p>
        </p:txBody>
      </p:sp>
      <p:sp>
        <p:nvSpPr>
          <p:cNvPr id="374" name="Shape 372"/>
          <p:cNvSpPr/>
          <p:nvPr/>
        </p:nvSpPr>
        <p:spPr>
          <a:xfrm>
            <a:off x="6825996" y="3108960"/>
            <a:ext cx="457200" cy="182880"/>
          </a:xfrm>
          <a:prstGeom prst="rect">
            <a:avLst/>
          </a:prstGeom>
          <a:solidFill>
            <a:srgbClr val="FFC400">
              <a:alpha val="15000"/>
            </a:srgbClr>
          </a:solidFill>
          <a:ln w="25400">
            <a:solidFill>
              <a:srgbClr val="FF8C00"/>
            </a:solidFill>
            <a:prstDash val="solid"/>
          </a:ln>
        </p:spPr>
      </p:sp>
      <p:sp>
        <p:nvSpPr>
          <p:cNvPr id="375" name="Text 373"/>
          <p:cNvSpPr/>
          <p:nvPr/>
        </p:nvSpPr>
        <p:spPr>
          <a:xfrm>
            <a:off x="6917436" y="3154680"/>
            <a:ext cx="365760" cy="45720"/>
          </a:xfrm>
          <a:prstGeom prst="rect">
            <a:avLst/>
          </a:prstGeom>
          <a:noFill/>
          <a:ln/>
        </p:spPr>
        <p:txBody>
          <a:bodyPr wrap="square" rtlCol="0" anchor="ctr"/>
          <a:lstStyle/>
          <a:p>
            <a:pPr algn="ctr" indent="0" marL="0">
              <a:buNone/>
            </a:pPr>
            <a:r>
              <a:rPr lang="en-US" sz="400" b="1" dirty="0">
                <a:solidFill>
                  <a:srgbClr val="FF8C00"/>
                </a:solidFill>
              </a:rPr>
              <a:t>CHAMBER 2</a:t>
            </a:r>
            <a:endParaRPr lang="en-US" sz="400" dirty="0"/>
          </a:p>
        </p:txBody>
      </p:sp>
      <p:sp>
        <p:nvSpPr>
          <p:cNvPr id="376" name="Shape 374"/>
          <p:cNvSpPr/>
          <p:nvPr/>
        </p:nvSpPr>
        <p:spPr>
          <a:xfrm>
            <a:off x="8380476" y="2834640"/>
            <a:ext cx="548640" cy="457200"/>
          </a:xfrm>
          <a:prstGeom prst="rect">
            <a:avLst/>
          </a:prstGeom>
          <a:solidFill>
            <a:srgbClr val="FF0000">
              <a:alpha val="20000"/>
            </a:srgbClr>
          </a:solidFill>
          <a:ln w="25400">
            <a:solidFill>
              <a:srgbClr val="FF0000"/>
            </a:solidFill>
            <a:prstDash val="solid"/>
          </a:ln>
        </p:spPr>
      </p:sp>
      <p:sp>
        <p:nvSpPr>
          <p:cNvPr id="377" name="Text 375"/>
          <p:cNvSpPr/>
          <p:nvPr/>
        </p:nvSpPr>
        <p:spPr>
          <a:xfrm>
            <a:off x="8426196" y="2880360"/>
            <a:ext cx="457200" cy="91440"/>
          </a:xfrm>
          <a:prstGeom prst="rect">
            <a:avLst/>
          </a:prstGeom>
          <a:noFill/>
          <a:ln/>
        </p:spPr>
        <p:txBody>
          <a:bodyPr wrap="square" rtlCol="0" anchor="ctr"/>
          <a:lstStyle/>
          <a:p>
            <a:pPr algn="ctr" indent="0" marL="0">
              <a:buNone/>
            </a:pPr>
            <a:r>
              <a:rPr lang="en-US" sz="400" b="1" dirty="0">
                <a:solidFill>
                  <a:srgbClr val="FF0000"/>
                </a:solidFill>
              </a:rPr>
              <a:t>REJECTION</a:t>
            </a:r>
            <a:endParaRPr lang="en-US" sz="400" dirty="0"/>
          </a:p>
        </p:txBody>
      </p:sp>
      <p:sp>
        <p:nvSpPr>
          <p:cNvPr id="378" name="Shape 376"/>
          <p:cNvSpPr/>
          <p:nvPr/>
        </p:nvSpPr>
        <p:spPr>
          <a:xfrm>
            <a:off x="6185916" y="-365760"/>
            <a:ext cx="731520" cy="182880"/>
          </a:xfrm>
          <a:prstGeom prst="rect">
            <a:avLst/>
          </a:prstGeom>
          <a:solidFill>
            <a:srgbClr val="FF8C00">
              <a:alpha val="30000"/>
            </a:srgbClr>
          </a:solidFill>
          <a:ln w="12700">
            <a:solidFill>
              <a:srgbClr val="FF8C00"/>
            </a:solidFill>
            <a:prstDash val="solid"/>
          </a:ln>
        </p:spPr>
      </p:sp>
      <p:sp>
        <p:nvSpPr>
          <p:cNvPr id="379" name="Text 377"/>
          <p:cNvSpPr/>
          <p:nvPr/>
        </p:nvSpPr>
        <p:spPr>
          <a:xfrm>
            <a:off x="6231636" y="-347472"/>
            <a:ext cx="640080" cy="13716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KERNEL</a:t>
            </a:r>
            <a:endParaRPr lang="en-US" sz="500" dirty="0"/>
          </a:p>
        </p:txBody>
      </p:sp>
      <p:sp>
        <p:nvSpPr>
          <p:cNvPr id="380" name="Text 378"/>
          <p:cNvSpPr/>
          <p:nvPr/>
        </p:nvSpPr>
        <p:spPr>
          <a:xfrm>
            <a:off x="6277356" y="1920240"/>
            <a:ext cx="548640" cy="137160"/>
          </a:xfrm>
          <a:prstGeom prst="rect">
            <a:avLst/>
          </a:prstGeom>
          <a:noFill/>
          <a:ln/>
        </p:spPr>
        <p:txBody>
          <a:bodyPr wrap="square" rtlCol="0" anchor="ctr"/>
          <a:lstStyle/>
          <a:p>
            <a:pPr algn="ctr" indent="0" marL="0">
              <a:buNone/>
            </a:pPr>
            <a:r>
              <a:rPr lang="en-US" sz="1200" b="1" dirty="0">
                <a:solidFill>
                  <a:srgbClr val="FFC400"/>
                </a:solidFill>
              </a:rPr>
              <a:t>WITNESS</a:t>
            </a:r>
            <a:endParaRPr lang="en-US" sz="1200" dirty="0"/>
          </a:p>
        </p:txBody>
      </p:sp>
      <p:sp>
        <p:nvSpPr>
          <p:cNvPr id="381" name="Shape 379"/>
          <p:cNvSpPr/>
          <p:nvPr/>
        </p:nvSpPr>
        <p:spPr>
          <a:xfrm>
            <a:off x="3291840" y="4892040"/>
            <a:ext cx="2560320" cy="0"/>
          </a:xfrm>
          <a:prstGeom prst="line">
            <a:avLst/>
          </a:prstGeom>
          <a:noFill/>
          <a:ln w="38100">
            <a:solidFill>
              <a:srgbClr val="C0C0C0"/>
            </a:solidFill>
            <a:prstDash val="solid"/>
          </a:ln>
        </p:spPr>
      </p:sp>
      <p:sp>
        <p:nvSpPr>
          <p:cNvPr id="382" name="Shape 380"/>
          <p:cNvSpPr/>
          <p:nvPr/>
        </p:nvSpPr>
        <p:spPr>
          <a:xfrm>
            <a:off x="3218688" y="4818888"/>
            <a:ext cx="146304" cy="146304"/>
          </a:xfrm>
          <a:prstGeom prst="ellipse">
            <a:avLst/>
          </a:prstGeom>
          <a:solidFill>
            <a:srgbClr val="C0C0C0">
              <a:alpha val="30000"/>
            </a:srgbClr>
          </a:solidFill>
          <a:ln w="25400">
            <a:solidFill>
              <a:srgbClr val="808080"/>
            </a:solidFill>
            <a:prstDash val="solid"/>
          </a:ln>
        </p:spPr>
      </p:sp>
      <p:sp>
        <p:nvSpPr>
          <p:cNvPr id="383" name="Shape 381"/>
          <p:cNvSpPr/>
          <p:nvPr/>
        </p:nvSpPr>
        <p:spPr>
          <a:xfrm>
            <a:off x="3584448" y="4818888"/>
            <a:ext cx="146304" cy="146304"/>
          </a:xfrm>
          <a:prstGeom prst="ellipse">
            <a:avLst/>
          </a:prstGeom>
          <a:solidFill>
            <a:srgbClr val="C0C0C0">
              <a:alpha val="30000"/>
            </a:srgbClr>
          </a:solidFill>
          <a:ln w="25400">
            <a:solidFill>
              <a:srgbClr val="808080"/>
            </a:solidFill>
            <a:prstDash val="solid"/>
          </a:ln>
        </p:spPr>
      </p:sp>
      <p:sp>
        <p:nvSpPr>
          <p:cNvPr id="384" name="Shape 382"/>
          <p:cNvSpPr/>
          <p:nvPr/>
        </p:nvSpPr>
        <p:spPr>
          <a:xfrm>
            <a:off x="3950208" y="4818888"/>
            <a:ext cx="146304" cy="146304"/>
          </a:xfrm>
          <a:prstGeom prst="ellipse">
            <a:avLst/>
          </a:prstGeom>
          <a:solidFill>
            <a:srgbClr val="C0C0C0">
              <a:alpha val="30000"/>
            </a:srgbClr>
          </a:solidFill>
          <a:ln w="25400">
            <a:solidFill>
              <a:srgbClr val="808080"/>
            </a:solidFill>
            <a:prstDash val="solid"/>
          </a:ln>
        </p:spPr>
      </p:sp>
      <p:sp>
        <p:nvSpPr>
          <p:cNvPr id="385" name="Shape 383"/>
          <p:cNvSpPr/>
          <p:nvPr/>
        </p:nvSpPr>
        <p:spPr>
          <a:xfrm>
            <a:off x="4315968" y="4818888"/>
            <a:ext cx="146304" cy="146304"/>
          </a:xfrm>
          <a:prstGeom prst="ellipse">
            <a:avLst/>
          </a:prstGeom>
          <a:solidFill>
            <a:srgbClr val="C0C0C0">
              <a:alpha val="30000"/>
            </a:srgbClr>
          </a:solidFill>
          <a:ln w="25400">
            <a:solidFill>
              <a:srgbClr val="808080"/>
            </a:solidFill>
            <a:prstDash val="solid"/>
          </a:ln>
        </p:spPr>
      </p:sp>
      <p:sp>
        <p:nvSpPr>
          <p:cNvPr id="386" name="Shape 384"/>
          <p:cNvSpPr/>
          <p:nvPr/>
        </p:nvSpPr>
        <p:spPr>
          <a:xfrm>
            <a:off x="4681728" y="4818888"/>
            <a:ext cx="146304" cy="146304"/>
          </a:xfrm>
          <a:prstGeom prst="ellipse">
            <a:avLst/>
          </a:prstGeom>
          <a:solidFill>
            <a:srgbClr val="C0C0C0">
              <a:alpha val="30000"/>
            </a:srgbClr>
          </a:solidFill>
          <a:ln w="25400">
            <a:solidFill>
              <a:srgbClr val="808080"/>
            </a:solidFill>
            <a:prstDash val="solid"/>
          </a:ln>
        </p:spPr>
      </p:sp>
      <p:sp>
        <p:nvSpPr>
          <p:cNvPr id="387" name="Shape 385"/>
          <p:cNvSpPr/>
          <p:nvPr/>
        </p:nvSpPr>
        <p:spPr>
          <a:xfrm>
            <a:off x="5047488" y="4818888"/>
            <a:ext cx="146304" cy="146304"/>
          </a:xfrm>
          <a:prstGeom prst="ellipse">
            <a:avLst/>
          </a:prstGeom>
          <a:solidFill>
            <a:srgbClr val="C0C0C0">
              <a:alpha val="30000"/>
            </a:srgbClr>
          </a:solidFill>
          <a:ln w="25400">
            <a:solidFill>
              <a:srgbClr val="808080"/>
            </a:solidFill>
            <a:prstDash val="solid"/>
          </a:ln>
        </p:spPr>
      </p:sp>
      <p:sp>
        <p:nvSpPr>
          <p:cNvPr id="388" name="Shape 386"/>
          <p:cNvSpPr/>
          <p:nvPr/>
        </p:nvSpPr>
        <p:spPr>
          <a:xfrm>
            <a:off x="5413248" y="4818888"/>
            <a:ext cx="146304" cy="146304"/>
          </a:xfrm>
          <a:prstGeom prst="ellipse">
            <a:avLst/>
          </a:prstGeom>
          <a:solidFill>
            <a:srgbClr val="C0C0C0">
              <a:alpha val="30000"/>
            </a:srgbClr>
          </a:solidFill>
          <a:ln w="25400">
            <a:solidFill>
              <a:srgbClr val="808080"/>
            </a:solidFill>
            <a:prstDash val="solid"/>
          </a:ln>
        </p:spPr>
      </p:sp>
      <p:sp>
        <p:nvSpPr>
          <p:cNvPr id="389" name="Shape 387"/>
          <p:cNvSpPr/>
          <p:nvPr/>
        </p:nvSpPr>
        <p:spPr>
          <a:xfrm>
            <a:off x="5779008" y="4818888"/>
            <a:ext cx="146304" cy="146304"/>
          </a:xfrm>
          <a:prstGeom prst="ellipse">
            <a:avLst/>
          </a:prstGeom>
          <a:solidFill>
            <a:srgbClr val="C0C0C0">
              <a:alpha val="30000"/>
            </a:srgbClr>
          </a:solidFill>
          <a:ln w="25400">
            <a:solidFill>
              <a:srgbClr val="808080"/>
            </a:solidFill>
            <a:prstDash val="solid"/>
          </a:ln>
        </p:spPr>
      </p:sp>
      <p:sp>
        <p:nvSpPr>
          <p:cNvPr id="390" name="Shape 388"/>
          <p:cNvSpPr/>
          <p:nvPr/>
        </p:nvSpPr>
        <p:spPr>
          <a:xfrm>
            <a:off x="3108960" y="4764024"/>
            <a:ext cx="3840480" cy="0"/>
          </a:xfrm>
          <a:prstGeom prst="line">
            <a:avLst/>
          </a:prstGeom>
          <a:noFill/>
          <a:ln w="13335">
            <a:solidFill>
              <a:srgbClr val="A0A0A0"/>
            </a:solidFill>
            <a:prstDash val="solid"/>
          </a:ln>
        </p:spPr>
      </p:sp>
      <p:sp>
        <p:nvSpPr>
          <p:cNvPr id="391" name="Text 389"/>
          <p:cNvSpPr/>
          <p:nvPr/>
        </p:nvSpPr>
        <p:spPr>
          <a:xfrm>
            <a:off x="3108960" y="4672584"/>
            <a:ext cx="731520" cy="91440"/>
          </a:xfrm>
          <a:prstGeom prst="rect">
            <a:avLst/>
          </a:prstGeom>
          <a:noFill/>
          <a:ln/>
        </p:spPr>
        <p:txBody>
          <a:bodyPr wrap="square" rtlCol="0" anchor="ctr"/>
          <a:lstStyle/>
          <a:p>
            <a:pPr indent="0" marL="0">
              <a:buNone/>
            </a:pPr>
            <a:r>
              <a:rPr lang="en-US" sz="400" dirty="0">
                <a:solidFill>
                  <a:srgbClr val="A0A0A0"/>
                </a:solidFill>
                <a:latin typeface="Courier New" pitchFamily="34" charset="0"/>
                <a:ea typeface="Courier New" pitchFamily="34" charset="-122"/>
                <a:cs typeface="Courier New" pitchFamily="34" charset="-120"/>
              </a:rPr>
              <a:t>PAST</a:t>
            </a:r>
            <a:endParaRPr lang="en-US" sz="400" dirty="0"/>
          </a:p>
        </p:txBody>
      </p:sp>
      <p:sp>
        <p:nvSpPr>
          <p:cNvPr id="392" name="Shape 390"/>
          <p:cNvSpPr/>
          <p:nvPr/>
        </p:nvSpPr>
        <p:spPr>
          <a:xfrm>
            <a:off x="3108960" y="5020056"/>
            <a:ext cx="3840480" cy="0"/>
          </a:xfrm>
          <a:prstGeom prst="line">
            <a:avLst/>
          </a:prstGeom>
          <a:noFill/>
          <a:ln w="13335">
            <a:solidFill>
              <a:srgbClr val="A0A0A0"/>
            </a:solidFill>
            <a:prstDash val="solid"/>
          </a:ln>
        </p:spPr>
      </p:sp>
      <p:sp>
        <p:nvSpPr>
          <p:cNvPr id="393" name="Text 391"/>
          <p:cNvSpPr/>
          <p:nvPr/>
        </p:nvSpPr>
        <p:spPr>
          <a:xfrm>
            <a:off x="3108960" y="4928616"/>
            <a:ext cx="731520" cy="91440"/>
          </a:xfrm>
          <a:prstGeom prst="rect">
            <a:avLst/>
          </a:prstGeom>
          <a:noFill/>
          <a:ln/>
        </p:spPr>
        <p:txBody>
          <a:bodyPr wrap="square" rtlCol="0" anchor="ctr"/>
          <a:lstStyle/>
          <a:p>
            <a:pPr indent="0" marL="0">
              <a:buNone/>
            </a:pPr>
            <a:r>
              <a:rPr lang="en-US" sz="400" dirty="0">
                <a:solidFill>
                  <a:srgbClr val="A0A0A0"/>
                </a:solidFill>
                <a:latin typeface="Courier New" pitchFamily="34" charset="0"/>
                <a:ea typeface="Courier New" pitchFamily="34" charset="-122"/>
                <a:cs typeface="Courier New" pitchFamily="34" charset="-120"/>
              </a:rPr>
              <a:t>EVIDENCE</a:t>
            </a:r>
            <a:endParaRPr lang="en-US" sz="400" dirty="0"/>
          </a:p>
        </p:txBody>
      </p:sp>
      <p:sp>
        <p:nvSpPr>
          <p:cNvPr id="394" name="Shape 392"/>
          <p:cNvSpPr/>
          <p:nvPr/>
        </p:nvSpPr>
        <p:spPr>
          <a:xfrm>
            <a:off x="5029200" y="4727448"/>
            <a:ext cx="1005840" cy="-164592"/>
          </a:xfrm>
          <a:prstGeom prst="line">
            <a:avLst/>
          </a:prstGeom>
          <a:noFill/>
          <a:ln w="11430">
            <a:solidFill>
              <a:srgbClr val="808080"/>
            </a:solidFill>
            <a:prstDash val="dash"/>
          </a:ln>
        </p:spPr>
      </p:sp>
      <p:sp>
        <p:nvSpPr>
          <p:cNvPr id="395" name="Shape 393"/>
          <p:cNvSpPr/>
          <p:nvPr/>
        </p:nvSpPr>
        <p:spPr>
          <a:xfrm>
            <a:off x="5989320" y="4681728"/>
            <a:ext cx="91440" cy="91440"/>
          </a:xfrm>
          <a:prstGeom prst="ellipse">
            <a:avLst/>
          </a:prstGeom>
          <a:solidFill>
            <a:srgbClr val="808080">
              <a:alpha val="30000"/>
            </a:srgbClr>
          </a:solidFill>
          <a:ln w="12700">
            <a:solidFill>
              <a:srgbClr val="808080"/>
            </a:solidFill>
            <a:prstDash val="solid"/>
          </a:ln>
        </p:spPr>
      </p:sp>
      <p:sp>
        <p:nvSpPr>
          <p:cNvPr id="396" name="Shape 394"/>
          <p:cNvSpPr/>
          <p:nvPr/>
        </p:nvSpPr>
        <p:spPr>
          <a:xfrm>
            <a:off x="5029200" y="4892040"/>
            <a:ext cx="1005840" cy="0"/>
          </a:xfrm>
          <a:prstGeom prst="line">
            <a:avLst/>
          </a:prstGeom>
          <a:noFill/>
          <a:ln w="11430">
            <a:solidFill>
              <a:srgbClr val="808080"/>
            </a:solidFill>
            <a:prstDash val="dash"/>
          </a:ln>
        </p:spPr>
      </p:sp>
      <p:sp>
        <p:nvSpPr>
          <p:cNvPr id="397" name="Shape 395"/>
          <p:cNvSpPr/>
          <p:nvPr/>
        </p:nvSpPr>
        <p:spPr>
          <a:xfrm>
            <a:off x="5989320" y="4846320"/>
            <a:ext cx="91440" cy="91440"/>
          </a:xfrm>
          <a:prstGeom prst="ellipse">
            <a:avLst/>
          </a:prstGeom>
          <a:solidFill>
            <a:srgbClr val="808080">
              <a:alpha val="30000"/>
            </a:srgbClr>
          </a:solidFill>
          <a:ln w="12700">
            <a:solidFill>
              <a:srgbClr val="808080"/>
            </a:solidFill>
            <a:prstDash val="solid"/>
          </a:ln>
        </p:spPr>
      </p:sp>
      <p:sp>
        <p:nvSpPr>
          <p:cNvPr id="398" name="Shape 396"/>
          <p:cNvSpPr/>
          <p:nvPr/>
        </p:nvSpPr>
        <p:spPr>
          <a:xfrm>
            <a:off x="5029200" y="5056632"/>
            <a:ext cx="1005840" cy="164592"/>
          </a:xfrm>
          <a:prstGeom prst="line">
            <a:avLst/>
          </a:prstGeom>
          <a:noFill/>
          <a:ln w="11430">
            <a:solidFill>
              <a:srgbClr val="808080"/>
            </a:solidFill>
            <a:prstDash val="dash"/>
          </a:ln>
        </p:spPr>
      </p:sp>
      <p:sp>
        <p:nvSpPr>
          <p:cNvPr id="399" name="Shape 397"/>
          <p:cNvSpPr/>
          <p:nvPr/>
        </p:nvSpPr>
        <p:spPr>
          <a:xfrm>
            <a:off x="5989320" y="5010912"/>
            <a:ext cx="91440" cy="91440"/>
          </a:xfrm>
          <a:prstGeom prst="ellipse">
            <a:avLst/>
          </a:prstGeom>
          <a:solidFill>
            <a:srgbClr val="808080">
              <a:alpha val="30000"/>
            </a:srgbClr>
          </a:solidFill>
          <a:ln w="12700">
            <a:solidFill>
              <a:srgbClr val="808080"/>
            </a:solidFill>
            <a:prstDash val="solid"/>
          </a:ln>
        </p:spPr>
      </p:sp>
      <p:sp>
        <p:nvSpPr>
          <p:cNvPr id="400" name="Shape 398"/>
          <p:cNvSpPr/>
          <p:nvPr/>
        </p:nvSpPr>
        <p:spPr>
          <a:xfrm>
            <a:off x="3566160" y="4617720"/>
            <a:ext cx="182880" cy="137160"/>
          </a:xfrm>
          <a:prstGeom prst="rect">
            <a:avLst/>
          </a:prstGeom>
          <a:solidFill>
            <a:srgbClr val="C0C0C0">
              <a:alpha val="5000"/>
            </a:srgbClr>
          </a:solidFill>
          <a:ln w="12700">
            <a:solidFill>
              <a:srgbClr val="808080"/>
            </a:solidFill>
            <a:prstDash val="dash"/>
          </a:ln>
        </p:spPr>
      </p:sp>
      <p:sp>
        <p:nvSpPr>
          <p:cNvPr id="401" name="Shape 399"/>
          <p:cNvSpPr/>
          <p:nvPr/>
        </p:nvSpPr>
        <p:spPr>
          <a:xfrm>
            <a:off x="3794760" y="5166360"/>
            <a:ext cx="182880" cy="137160"/>
          </a:xfrm>
          <a:prstGeom prst="rect">
            <a:avLst/>
          </a:prstGeom>
          <a:solidFill>
            <a:srgbClr val="C0C0C0">
              <a:alpha val="5000"/>
            </a:srgbClr>
          </a:solidFill>
          <a:ln w="12700">
            <a:solidFill>
              <a:srgbClr val="808080"/>
            </a:solidFill>
            <a:prstDash val="dash"/>
          </a:ln>
        </p:spPr>
      </p:sp>
      <p:sp>
        <p:nvSpPr>
          <p:cNvPr id="402" name="Shape 400"/>
          <p:cNvSpPr/>
          <p:nvPr/>
        </p:nvSpPr>
        <p:spPr>
          <a:xfrm>
            <a:off x="4023360" y="4617720"/>
            <a:ext cx="182880" cy="137160"/>
          </a:xfrm>
          <a:prstGeom prst="rect">
            <a:avLst/>
          </a:prstGeom>
          <a:solidFill>
            <a:srgbClr val="C0C0C0">
              <a:alpha val="5000"/>
            </a:srgbClr>
          </a:solidFill>
          <a:ln w="12700">
            <a:solidFill>
              <a:srgbClr val="808080"/>
            </a:solidFill>
            <a:prstDash val="dash"/>
          </a:ln>
        </p:spPr>
      </p:sp>
      <p:sp>
        <p:nvSpPr>
          <p:cNvPr id="403" name="Shape 401"/>
          <p:cNvSpPr/>
          <p:nvPr/>
        </p:nvSpPr>
        <p:spPr>
          <a:xfrm>
            <a:off x="4251960" y="5166360"/>
            <a:ext cx="182880" cy="137160"/>
          </a:xfrm>
          <a:prstGeom prst="rect">
            <a:avLst/>
          </a:prstGeom>
          <a:solidFill>
            <a:srgbClr val="C0C0C0">
              <a:alpha val="5000"/>
            </a:srgbClr>
          </a:solidFill>
          <a:ln w="12700">
            <a:solidFill>
              <a:srgbClr val="808080"/>
            </a:solidFill>
            <a:prstDash val="dash"/>
          </a:ln>
        </p:spPr>
      </p:sp>
      <p:sp>
        <p:nvSpPr>
          <p:cNvPr id="404" name="Shape 402"/>
          <p:cNvSpPr/>
          <p:nvPr/>
        </p:nvSpPr>
        <p:spPr>
          <a:xfrm>
            <a:off x="3291840" y="6048756"/>
            <a:ext cx="2560320" cy="109728"/>
          </a:xfrm>
          <a:prstGeom prst="rect">
            <a:avLst/>
          </a:prstGeom>
          <a:solidFill>
            <a:srgbClr val="C0C0C0">
              <a:alpha val="3000"/>
            </a:srgbClr>
          </a:solidFill>
          <a:ln w="12700">
            <a:solidFill>
              <a:srgbClr val="606060"/>
            </a:solidFill>
            <a:prstDash val="dash"/>
          </a:ln>
        </p:spPr>
      </p:sp>
      <p:sp>
        <p:nvSpPr>
          <p:cNvPr id="405" name="Text 403"/>
          <p:cNvSpPr/>
          <p:nvPr/>
        </p:nvSpPr>
        <p:spPr>
          <a:xfrm>
            <a:off x="3383280" y="6067044"/>
            <a:ext cx="2377440" cy="36576"/>
          </a:xfrm>
          <a:prstGeom prst="rect">
            <a:avLst/>
          </a:prstGeom>
          <a:noFill/>
          <a:ln/>
        </p:spPr>
        <p:txBody>
          <a:bodyPr wrap="square" rtlCol="0" anchor="ctr"/>
          <a:lstStyle/>
          <a:p>
            <a:pPr algn="ctr" indent="0" marL="0">
              <a:buNone/>
            </a:pPr>
            <a:r>
              <a:rPr lang="en-US" sz="400" dirty="0">
                <a:solidFill>
                  <a:srgbClr val="606060"/>
                </a:solidFill>
                <a:latin typeface="Courier New" pitchFamily="34" charset="0"/>
                <a:ea typeface="Courier New" pitchFamily="34" charset="-122"/>
                <a:cs typeface="Courier New" pitchFamily="34" charset="-120"/>
              </a:rPr>
              <a:t>ARCHIVE PROJECTIONS</a:t>
            </a:r>
            <a:endParaRPr lang="en-US" sz="400" dirty="0"/>
          </a:p>
        </p:txBody>
      </p:sp>
      <p:sp>
        <p:nvSpPr>
          <p:cNvPr id="406" name="Text 404"/>
          <p:cNvSpPr/>
          <p:nvPr/>
        </p:nvSpPr>
        <p:spPr>
          <a:xfrm>
            <a:off x="4389120" y="3680460"/>
            <a:ext cx="365760" cy="137160"/>
          </a:xfrm>
          <a:prstGeom prst="rect">
            <a:avLst/>
          </a:prstGeom>
          <a:noFill/>
          <a:ln/>
        </p:spPr>
        <p:txBody>
          <a:bodyPr wrap="square" rtlCol="0" anchor="ctr"/>
          <a:lstStyle/>
          <a:p>
            <a:pPr algn="ctr" indent="0" marL="0">
              <a:buNone/>
            </a:pPr>
            <a:r>
              <a:rPr lang="en-US" sz="900" b="1" dirty="0">
                <a:solidFill>
                  <a:srgbClr val="C0C0C0"/>
                </a:solidFill>
              </a:rPr>
              <a:t>REPLAY</a:t>
            </a:r>
            <a:endParaRPr lang="en-US" sz="900" dirty="0"/>
          </a:p>
        </p:txBody>
      </p:sp>
      <p:sp>
        <p:nvSpPr>
          <p:cNvPr id="407" name="Shape 405"/>
          <p:cNvSpPr/>
          <p:nvPr/>
        </p:nvSpPr>
        <p:spPr>
          <a:xfrm>
            <a:off x="5577840" y="3680460"/>
            <a:ext cx="640080" cy="109728"/>
          </a:xfrm>
          <a:prstGeom prst="rect">
            <a:avLst/>
          </a:prstGeom>
          <a:solidFill>
            <a:srgbClr val="808080">
              <a:alpha val="30000"/>
            </a:srgbClr>
          </a:solidFill>
          <a:ln w="12700">
            <a:solidFill>
              <a:srgbClr val="808080"/>
            </a:solidFill>
            <a:prstDash val="solid"/>
          </a:ln>
        </p:spPr>
      </p:sp>
      <p:sp>
        <p:nvSpPr>
          <p:cNvPr id="408" name="Text 406"/>
          <p:cNvSpPr/>
          <p:nvPr/>
        </p:nvSpPr>
        <p:spPr>
          <a:xfrm>
            <a:off x="5623560" y="3698748"/>
            <a:ext cx="54864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AGENT-RX</a:t>
            </a:r>
            <a:endParaRPr lang="en-US" sz="400" dirty="0"/>
          </a:p>
        </p:txBody>
      </p:sp>
      <p:sp>
        <p:nvSpPr>
          <p:cNvPr id="409" name="Shape 407"/>
          <p:cNvSpPr/>
          <p:nvPr/>
        </p:nvSpPr>
        <p:spPr>
          <a:xfrm>
            <a:off x="1129284" y="3360420"/>
            <a:ext cx="2926080" cy="118872"/>
          </a:xfrm>
          <a:prstGeom prst="rect">
            <a:avLst/>
          </a:prstGeom>
          <a:solidFill>
            <a:srgbClr val="00FF00">
              <a:alpha val="10000"/>
            </a:srgbClr>
          </a:solidFill>
          <a:ln w="12700">
            <a:solidFill>
              <a:srgbClr val="008000"/>
            </a:solidFill>
            <a:prstDash val="solid"/>
          </a:ln>
        </p:spPr>
      </p:sp>
      <p:sp>
        <p:nvSpPr>
          <p:cNvPr id="410" name="Shape 408"/>
          <p:cNvSpPr/>
          <p:nvPr/>
        </p:nvSpPr>
        <p:spPr>
          <a:xfrm>
            <a:off x="1129284" y="3497580"/>
            <a:ext cx="2926080" cy="118872"/>
          </a:xfrm>
          <a:prstGeom prst="rect">
            <a:avLst/>
          </a:prstGeom>
          <a:solidFill>
            <a:srgbClr val="00FF00">
              <a:alpha val="10000"/>
            </a:srgbClr>
          </a:solidFill>
          <a:ln w="12700">
            <a:solidFill>
              <a:srgbClr val="008000"/>
            </a:solidFill>
            <a:prstDash val="solid"/>
          </a:ln>
        </p:spPr>
      </p:sp>
      <p:sp>
        <p:nvSpPr>
          <p:cNvPr id="411" name="Shape 409"/>
          <p:cNvSpPr/>
          <p:nvPr/>
        </p:nvSpPr>
        <p:spPr>
          <a:xfrm>
            <a:off x="1129284" y="3634740"/>
            <a:ext cx="2926080" cy="118872"/>
          </a:xfrm>
          <a:prstGeom prst="rect">
            <a:avLst/>
          </a:prstGeom>
          <a:solidFill>
            <a:srgbClr val="00FF00">
              <a:alpha val="10000"/>
            </a:srgbClr>
          </a:solidFill>
          <a:ln w="12700">
            <a:solidFill>
              <a:srgbClr val="008000"/>
            </a:solidFill>
            <a:prstDash val="solid"/>
          </a:ln>
        </p:spPr>
      </p:sp>
      <p:sp>
        <p:nvSpPr>
          <p:cNvPr id="412" name="Shape 410"/>
          <p:cNvSpPr/>
          <p:nvPr/>
        </p:nvSpPr>
        <p:spPr>
          <a:xfrm>
            <a:off x="1129284" y="3771900"/>
            <a:ext cx="2926080" cy="118872"/>
          </a:xfrm>
          <a:prstGeom prst="rect">
            <a:avLst/>
          </a:prstGeom>
          <a:solidFill>
            <a:srgbClr val="00FF00">
              <a:alpha val="10000"/>
            </a:srgbClr>
          </a:solidFill>
          <a:ln w="12700">
            <a:solidFill>
              <a:srgbClr val="008000"/>
            </a:solidFill>
            <a:prstDash val="solid"/>
          </a:ln>
        </p:spPr>
      </p:sp>
      <p:sp>
        <p:nvSpPr>
          <p:cNvPr id="413" name="Shape 411"/>
          <p:cNvSpPr/>
          <p:nvPr/>
        </p:nvSpPr>
        <p:spPr>
          <a:xfrm>
            <a:off x="1312164" y="2720340"/>
            <a:ext cx="585216" cy="365760"/>
          </a:xfrm>
          <a:prstGeom prst="rect">
            <a:avLst/>
          </a:prstGeom>
          <a:solidFill>
            <a:srgbClr val="00FF00">
              <a:alpha val="15000"/>
            </a:srgbClr>
          </a:solidFill>
          <a:ln w="25400">
            <a:solidFill>
              <a:srgbClr val="008000"/>
            </a:solidFill>
            <a:prstDash val="solid"/>
          </a:ln>
        </p:spPr>
      </p:sp>
      <p:sp>
        <p:nvSpPr>
          <p:cNvPr id="414" name="Text 412"/>
          <p:cNvSpPr/>
          <p:nvPr/>
        </p:nvSpPr>
        <p:spPr>
          <a:xfrm>
            <a:off x="1403604" y="2766060"/>
            <a:ext cx="438912" cy="73152"/>
          </a:xfrm>
          <a:prstGeom prst="rect">
            <a:avLst/>
          </a:prstGeom>
          <a:noFill/>
          <a:ln/>
        </p:spPr>
        <p:txBody>
          <a:bodyPr wrap="square" rtlCol="0" anchor="ctr"/>
          <a:lstStyle/>
          <a:p>
            <a:pPr algn="ctr" indent="0" marL="0">
              <a:buNone/>
            </a:pPr>
            <a:r>
              <a:rPr lang="en-US" sz="500" b="1" dirty="0">
                <a:solidFill>
                  <a:srgbClr val="008000"/>
                </a:solidFill>
              </a:rPr>
              <a:t>FOUNDRY 1</a:t>
            </a:r>
            <a:endParaRPr lang="en-US" sz="500" dirty="0"/>
          </a:p>
        </p:txBody>
      </p:sp>
      <p:sp>
        <p:nvSpPr>
          <p:cNvPr id="415" name="Shape 413"/>
          <p:cNvSpPr/>
          <p:nvPr/>
        </p:nvSpPr>
        <p:spPr>
          <a:xfrm>
            <a:off x="2165604" y="2720340"/>
            <a:ext cx="585216" cy="365760"/>
          </a:xfrm>
          <a:prstGeom prst="rect">
            <a:avLst/>
          </a:prstGeom>
          <a:solidFill>
            <a:srgbClr val="00FF00">
              <a:alpha val="15000"/>
            </a:srgbClr>
          </a:solidFill>
          <a:ln w="25400">
            <a:solidFill>
              <a:srgbClr val="008000"/>
            </a:solidFill>
            <a:prstDash val="solid"/>
          </a:ln>
        </p:spPr>
      </p:sp>
      <p:sp>
        <p:nvSpPr>
          <p:cNvPr id="416" name="Text 414"/>
          <p:cNvSpPr/>
          <p:nvPr/>
        </p:nvSpPr>
        <p:spPr>
          <a:xfrm>
            <a:off x="2257044" y="2766060"/>
            <a:ext cx="438912" cy="73152"/>
          </a:xfrm>
          <a:prstGeom prst="rect">
            <a:avLst/>
          </a:prstGeom>
          <a:noFill/>
          <a:ln/>
        </p:spPr>
        <p:txBody>
          <a:bodyPr wrap="square" rtlCol="0" anchor="ctr"/>
          <a:lstStyle/>
          <a:p>
            <a:pPr algn="ctr" indent="0" marL="0">
              <a:buNone/>
            </a:pPr>
            <a:r>
              <a:rPr lang="en-US" sz="500" b="1" dirty="0">
                <a:solidFill>
                  <a:srgbClr val="008000"/>
                </a:solidFill>
              </a:rPr>
              <a:t>FOUNDRY 2</a:t>
            </a:r>
            <a:endParaRPr lang="en-US" sz="500" dirty="0"/>
          </a:p>
        </p:txBody>
      </p:sp>
      <p:sp>
        <p:nvSpPr>
          <p:cNvPr id="417" name="Shape 415"/>
          <p:cNvSpPr/>
          <p:nvPr/>
        </p:nvSpPr>
        <p:spPr>
          <a:xfrm>
            <a:off x="3019044" y="2720340"/>
            <a:ext cx="585216" cy="365760"/>
          </a:xfrm>
          <a:prstGeom prst="rect">
            <a:avLst/>
          </a:prstGeom>
          <a:solidFill>
            <a:srgbClr val="00FF00">
              <a:alpha val="15000"/>
            </a:srgbClr>
          </a:solidFill>
          <a:ln w="25400">
            <a:solidFill>
              <a:srgbClr val="008000"/>
            </a:solidFill>
            <a:prstDash val="solid"/>
          </a:ln>
        </p:spPr>
      </p:sp>
      <p:sp>
        <p:nvSpPr>
          <p:cNvPr id="418" name="Text 416"/>
          <p:cNvSpPr/>
          <p:nvPr/>
        </p:nvSpPr>
        <p:spPr>
          <a:xfrm>
            <a:off x="3110484" y="2766060"/>
            <a:ext cx="438912" cy="73152"/>
          </a:xfrm>
          <a:prstGeom prst="rect">
            <a:avLst/>
          </a:prstGeom>
          <a:noFill/>
          <a:ln/>
        </p:spPr>
        <p:txBody>
          <a:bodyPr wrap="square" rtlCol="0" anchor="ctr"/>
          <a:lstStyle/>
          <a:p>
            <a:pPr algn="ctr" indent="0" marL="0">
              <a:buNone/>
            </a:pPr>
            <a:r>
              <a:rPr lang="en-US" sz="500" b="1" dirty="0">
                <a:solidFill>
                  <a:srgbClr val="008000"/>
                </a:solidFill>
              </a:rPr>
              <a:t>FOUNDRY 3</a:t>
            </a:r>
            <a:endParaRPr lang="en-US" sz="500" dirty="0"/>
          </a:p>
        </p:txBody>
      </p:sp>
      <p:sp>
        <p:nvSpPr>
          <p:cNvPr id="419" name="Shape 417"/>
          <p:cNvSpPr/>
          <p:nvPr/>
        </p:nvSpPr>
        <p:spPr>
          <a:xfrm>
            <a:off x="1769364" y="4091940"/>
            <a:ext cx="128016" cy="320040"/>
          </a:xfrm>
          <a:prstGeom prst="rect">
            <a:avLst/>
          </a:prstGeom>
          <a:solidFill>
            <a:srgbClr val="00FF00">
              <a:alpha val="15000"/>
            </a:srgbClr>
          </a:solidFill>
          <a:ln w="25400">
            <a:solidFill>
              <a:srgbClr val="008000"/>
            </a:solidFill>
            <a:prstDash val="solid"/>
          </a:ln>
        </p:spPr>
      </p:sp>
      <p:sp>
        <p:nvSpPr>
          <p:cNvPr id="420" name="Shape 418"/>
          <p:cNvSpPr/>
          <p:nvPr/>
        </p:nvSpPr>
        <p:spPr>
          <a:xfrm>
            <a:off x="1796796" y="4457700"/>
            <a:ext cx="73152" cy="73152"/>
          </a:xfrm>
          <a:prstGeom prst="triangle">
            <a:avLst/>
          </a:prstGeom>
          <a:solidFill>
            <a:srgbClr val="00FF00">
              <a:alpha val="30000"/>
            </a:srgbClr>
          </a:solidFill>
          <a:ln w="12700">
            <a:solidFill>
              <a:srgbClr val="008000"/>
            </a:solidFill>
            <a:prstDash val="solid"/>
          </a:ln>
        </p:spPr>
      </p:sp>
      <p:sp>
        <p:nvSpPr>
          <p:cNvPr id="421" name="Shape 419"/>
          <p:cNvSpPr/>
          <p:nvPr/>
        </p:nvSpPr>
        <p:spPr>
          <a:xfrm>
            <a:off x="3415284" y="4091940"/>
            <a:ext cx="128016" cy="320040"/>
          </a:xfrm>
          <a:prstGeom prst="rect">
            <a:avLst/>
          </a:prstGeom>
          <a:solidFill>
            <a:srgbClr val="00FF00">
              <a:alpha val="15000"/>
            </a:srgbClr>
          </a:solidFill>
          <a:ln w="25400">
            <a:solidFill>
              <a:srgbClr val="008000"/>
            </a:solidFill>
            <a:prstDash val="solid"/>
          </a:ln>
        </p:spPr>
      </p:sp>
      <p:sp>
        <p:nvSpPr>
          <p:cNvPr id="422" name="Shape 420"/>
          <p:cNvSpPr/>
          <p:nvPr/>
        </p:nvSpPr>
        <p:spPr>
          <a:xfrm>
            <a:off x="3442716" y="4457700"/>
            <a:ext cx="73152" cy="73152"/>
          </a:xfrm>
          <a:prstGeom prst="triangle">
            <a:avLst/>
          </a:prstGeom>
          <a:solidFill>
            <a:srgbClr val="00FF00">
              <a:alpha val="30000"/>
            </a:srgbClr>
          </a:solidFill>
          <a:ln w="12700">
            <a:solidFill>
              <a:srgbClr val="008000"/>
            </a:solidFill>
            <a:prstDash val="solid"/>
          </a:ln>
        </p:spPr>
      </p:sp>
      <p:sp>
        <p:nvSpPr>
          <p:cNvPr id="423" name="Shape 421"/>
          <p:cNvSpPr/>
          <p:nvPr/>
        </p:nvSpPr>
        <p:spPr>
          <a:xfrm>
            <a:off x="1586484" y="3474720"/>
            <a:ext cx="137160" cy="91440"/>
          </a:xfrm>
          <a:prstGeom prst="rect">
            <a:avLst/>
          </a:prstGeom>
          <a:solidFill>
            <a:srgbClr val="00FF00">
              <a:alpha val="15000"/>
            </a:srgbClr>
          </a:solidFill>
          <a:ln w="12700">
            <a:solidFill>
              <a:srgbClr val="008000"/>
            </a:solidFill>
            <a:prstDash val="solid"/>
          </a:ln>
        </p:spPr>
      </p:sp>
      <p:sp>
        <p:nvSpPr>
          <p:cNvPr id="424" name="Text 422"/>
          <p:cNvSpPr/>
          <p:nvPr/>
        </p:nvSpPr>
        <p:spPr>
          <a:xfrm>
            <a:off x="1604772" y="35204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1</a:t>
            </a:r>
            <a:endParaRPr lang="en-US" sz="300" dirty="0"/>
          </a:p>
        </p:txBody>
      </p:sp>
      <p:sp>
        <p:nvSpPr>
          <p:cNvPr id="425" name="Shape 423"/>
          <p:cNvSpPr/>
          <p:nvPr/>
        </p:nvSpPr>
        <p:spPr>
          <a:xfrm>
            <a:off x="2683764" y="3474720"/>
            <a:ext cx="137160" cy="91440"/>
          </a:xfrm>
          <a:prstGeom prst="rect">
            <a:avLst/>
          </a:prstGeom>
          <a:solidFill>
            <a:srgbClr val="00FF00">
              <a:alpha val="15000"/>
            </a:srgbClr>
          </a:solidFill>
          <a:ln w="12700">
            <a:solidFill>
              <a:srgbClr val="008000"/>
            </a:solidFill>
            <a:prstDash val="solid"/>
          </a:ln>
        </p:spPr>
      </p:sp>
      <p:sp>
        <p:nvSpPr>
          <p:cNvPr id="426" name="Text 424"/>
          <p:cNvSpPr/>
          <p:nvPr/>
        </p:nvSpPr>
        <p:spPr>
          <a:xfrm>
            <a:off x="2702052" y="35204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2</a:t>
            </a:r>
            <a:endParaRPr lang="en-US" sz="300" dirty="0"/>
          </a:p>
        </p:txBody>
      </p:sp>
      <p:sp>
        <p:nvSpPr>
          <p:cNvPr id="427" name="Shape 425"/>
          <p:cNvSpPr/>
          <p:nvPr/>
        </p:nvSpPr>
        <p:spPr>
          <a:xfrm>
            <a:off x="2500884" y="3474720"/>
            <a:ext cx="137160" cy="91440"/>
          </a:xfrm>
          <a:prstGeom prst="rect">
            <a:avLst/>
          </a:prstGeom>
          <a:solidFill>
            <a:srgbClr val="00FF00">
              <a:alpha val="15000"/>
            </a:srgbClr>
          </a:solidFill>
          <a:ln w="12700">
            <a:solidFill>
              <a:srgbClr val="008000"/>
            </a:solidFill>
            <a:prstDash val="solid"/>
          </a:ln>
        </p:spPr>
      </p:sp>
      <p:sp>
        <p:nvSpPr>
          <p:cNvPr id="428" name="Text 426"/>
          <p:cNvSpPr/>
          <p:nvPr/>
        </p:nvSpPr>
        <p:spPr>
          <a:xfrm>
            <a:off x="2519172" y="35204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3</a:t>
            </a:r>
            <a:endParaRPr lang="en-US" sz="300" dirty="0"/>
          </a:p>
        </p:txBody>
      </p:sp>
      <p:sp>
        <p:nvSpPr>
          <p:cNvPr id="429" name="Shape 427"/>
          <p:cNvSpPr/>
          <p:nvPr/>
        </p:nvSpPr>
        <p:spPr>
          <a:xfrm>
            <a:off x="3598164" y="3474720"/>
            <a:ext cx="137160" cy="91440"/>
          </a:xfrm>
          <a:prstGeom prst="rect">
            <a:avLst/>
          </a:prstGeom>
          <a:solidFill>
            <a:srgbClr val="00FF00">
              <a:alpha val="15000"/>
            </a:srgbClr>
          </a:solidFill>
          <a:ln w="12700">
            <a:solidFill>
              <a:srgbClr val="008000"/>
            </a:solidFill>
            <a:prstDash val="solid"/>
          </a:ln>
        </p:spPr>
      </p:sp>
      <p:sp>
        <p:nvSpPr>
          <p:cNvPr id="430" name="Text 428"/>
          <p:cNvSpPr/>
          <p:nvPr/>
        </p:nvSpPr>
        <p:spPr>
          <a:xfrm>
            <a:off x="3616452" y="3520440"/>
            <a:ext cx="118872" cy="36576"/>
          </a:xfrm>
          <a:prstGeom prst="rect">
            <a:avLst/>
          </a:prstGeom>
          <a:noFill/>
          <a:ln/>
        </p:spPr>
        <p:txBody>
          <a:bodyPr wrap="square" rtlCol="0" anchor="ctr"/>
          <a:lstStyle/>
          <a:p>
            <a:pPr indent="0" marL="0">
              <a:buNone/>
            </a:pPr>
            <a:r>
              <a:rPr lang="en-US" sz="300" dirty="0">
                <a:solidFill>
                  <a:srgbClr val="008000"/>
                </a:solidFill>
                <a:latin typeface="Courier New" pitchFamily="34" charset="0"/>
                <a:ea typeface="Courier New" pitchFamily="34" charset="-122"/>
                <a:cs typeface="Courier New" pitchFamily="34" charset="-120"/>
              </a:rPr>
              <a:t>DOCK 4</a:t>
            </a:r>
            <a:endParaRPr lang="en-US" sz="300" dirty="0"/>
          </a:p>
        </p:txBody>
      </p:sp>
      <p:sp>
        <p:nvSpPr>
          <p:cNvPr id="431" name="Shape 429"/>
          <p:cNvSpPr/>
          <p:nvPr/>
        </p:nvSpPr>
        <p:spPr>
          <a:xfrm>
            <a:off x="2263140" y="3566160"/>
            <a:ext cx="219456" cy="219456"/>
          </a:xfrm>
          <a:prstGeom prst="rect">
            <a:avLst/>
          </a:prstGeom>
          <a:solidFill>
            <a:srgbClr val="00FF00">
              <a:alpha val="20000"/>
            </a:srgbClr>
          </a:solidFill>
          <a:ln w="25400">
            <a:solidFill>
              <a:srgbClr val="008000"/>
            </a:solidFill>
            <a:prstDash val="solid"/>
          </a:ln>
        </p:spPr>
      </p:sp>
      <p:sp>
        <p:nvSpPr>
          <p:cNvPr id="432" name="Text 430"/>
          <p:cNvSpPr/>
          <p:nvPr/>
        </p:nvSpPr>
        <p:spPr>
          <a:xfrm>
            <a:off x="2308860" y="3703320"/>
            <a:ext cx="164592" cy="54864"/>
          </a:xfrm>
          <a:prstGeom prst="rect">
            <a:avLst/>
          </a:prstGeom>
          <a:noFill/>
          <a:ln/>
        </p:spPr>
        <p:txBody>
          <a:bodyPr wrap="square" rtlCol="0" anchor="ctr"/>
          <a:lstStyle/>
          <a:p>
            <a:pPr algn="ctr" indent="0" marL="0">
              <a:buNone/>
            </a:pPr>
            <a:r>
              <a:rPr lang="en-US" sz="400" b="1" dirty="0">
                <a:solidFill>
                  <a:srgbClr val="008000"/>
                </a:solidFill>
              </a:rPr>
              <a:t>PIPELINE 1</a:t>
            </a:r>
            <a:endParaRPr lang="en-US" sz="400" dirty="0"/>
          </a:p>
        </p:txBody>
      </p:sp>
      <p:sp>
        <p:nvSpPr>
          <p:cNvPr id="433" name="Shape 431"/>
          <p:cNvSpPr/>
          <p:nvPr/>
        </p:nvSpPr>
        <p:spPr>
          <a:xfrm>
            <a:off x="2702052" y="3566160"/>
            <a:ext cx="219456" cy="219456"/>
          </a:xfrm>
          <a:prstGeom prst="rect">
            <a:avLst/>
          </a:prstGeom>
          <a:solidFill>
            <a:srgbClr val="00FF00">
              <a:alpha val="20000"/>
            </a:srgbClr>
          </a:solidFill>
          <a:ln w="25400">
            <a:solidFill>
              <a:srgbClr val="008000"/>
            </a:solidFill>
            <a:prstDash val="solid"/>
          </a:ln>
        </p:spPr>
      </p:sp>
      <p:sp>
        <p:nvSpPr>
          <p:cNvPr id="434" name="Text 432"/>
          <p:cNvSpPr/>
          <p:nvPr/>
        </p:nvSpPr>
        <p:spPr>
          <a:xfrm>
            <a:off x="2747772" y="3703320"/>
            <a:ext cx="164592" cy="54864"/>
          </a:xfrm>
          <a:prstGeom prst="rect">
            <a:avLst/>
          </a:prstGeom>
          <a:noFill/>
          <a:ln/>
        </p:spPr>
        <p:txBody>
          <a:bodyPr wrap="square" rtlCol="0" anchor="ctr"/>
          <a:lstStyle/>
          <a:p>
            <a:pPr algn="ctr" indent="0" marL="0">
              <a:buNone/>
            </a:pPr>
            <a:r>
              <a:rPr lang="en-US" sz="400" b="1" dirty="0">
                <a:solidFill>
                  <a:srgbClr val="008000"/>
                </a:solidFill>
              </a:rPr>
              <a:t>PIPELINE 2</a:t>
            </a:r>
            <a:endParaRPr lang="en-US" sz="400" dirty="0"/>
          </a:p>
        </p:txBody>
      </p:sp>
      <p:sp>
        <p:nvSpPr>
          <p:cNvPr id="435" name="Shape 433"/>
          <p:cNvSpPr/>
          <p:nvPr/>
        </p:nvSpPr>
        <p:spPr>
          <a:xfrm>
            <a:off x="4055364" y="3268980"/>
            <a:ext cx="109728" cy="73152"/>
          </a:xfrm>
          <a:prstGeom prst="ellipse">
            <a:avLst/>
          </a:prstGeom>
          <a:solidFill>
            <a:srgbClr val="00FF00">
              <a:alpha val="30000"/>
            </a:srgbClr>
          </a:solidFill>
          <a:ln w="12700">
            <a:solidFill>
              <a:srgbClr val="008000"/>
            </a:solidFill>
            <a:prstDash val="solid"/>
          </a:ln>
        </p:spPr>
      </p:sp>
      <p:sp>
        <p:nvSpPr>
          <p:cNvPr id="436" name="Shape 434"/>
          <p:cNvSpPr/>
          <p:nvPr/>
        </p:nvSpPr>
        <p:spPr>
          <a:xfrm>
            <a:off x="4009644" y="3543300"/>
            <a:ext cx="109728" cy="73152"/>
          </a:xfrm>
          <a:prstGeom prst="ellipse">
            <a:avLst/>
          </a:prstGeom>
          <a:solidFill>
            <a:srgbClr val="00FF00">
              <a:alpha val="30000"/>
            </a:srgbClr>
          </a:solidFill>
          <a:ln w="12700">
            <a:solidFill>
              <a:srgbClr val="008000"/>
            </a:solidFill>
            <a:prstDash val="solid"/>
          </a:ln>
        </p:spPr>
      </p:sp>
      <p:sp>
        <p:nvSpPr>
          <p:cNvPr id="437" name="Shape 435"/>
          <p:cNvSpPr/>
          <p:nvPr/>
        </p:nvSpPr>
        <p:spPr>
          <a:xfrm>
            <a:off x="3963924" y="3817620"/>
            <a:ext cx="109728" cy="73152"/>
          </a:xfrm>
          <a:prstGeom prst="ellipse">
            <a:avLst/>
          </a:prstGeom>
          <a:solidFill>
            <a:srgbClr val="00FF00">
              <a:alpha val="30000"/>
            </a:srgbClr>
          </a:solidFill>
          <a:ln w="12700">
            <a:solidFill>
              <a:srgbClr val="008000"/>
            </a:solidFill>
            <a:prstDash val="solid"/>
          </a:ln>
        </p:spPr>
      </p:sp>
      <p:sp>
        <p:nvSpPr>
          <p:cNvPr id="438" name="Shape 436"/>
          <p:cNvSpPr/>
          <p:nvPr/>
        </p:nvSpPr>
        <p:spPr>
          <a:xfrm>
            <a:off x="3918204" y="4091940"/>
            <a:ext cx="109728" cy="73152"/>
          </a:xfrm>
          <a:prstGeom prst="ellipse">
            <a:avLst/>
          </a:prstGeom>
          <a:solidFill>
            <a:srgbClr val="00FF00">
              <a:alpha val="30000"/>
            </a:srgbClr>
          </a:solidFill>
          <a:ln w="12700">
            <a:solidFill>
              <a:srgbClr val="008000"/>
            </a:solidFill>
            <a:prstDash val="solid"/>
          </a:ln>
        </p:spPr>
      </p:sp>
      <p:sp>
        <p:nvSpPr>
          <p:cNvPr id="439" name="Shape 437"/>
          <p:cNvSpPr/>
          <p:nvPr/>
        </p:nvSpPr>
        <p:spPr>
          <a:xfrm>
            <a:off x="3872484" y="4366260"/>
            <a:ext cx="109728" cy="73152"/>
          </a:xfrm>
          <a:prstGeom prst="ellipse">
            <a:avLst/>
          </a:prstGeom>
          <a:solidFill>
            <a:srgbClr val="00FF00">
              <a:alpha val="30000"/>
            </a:srgbClr>
          </a:solidFill>
          <a:ln w="12700">
            <a:solidFill>
              <a:srgbClr val="008000"/>
            </a:solidFill>
            <a:prstDash val="solid"/>
          </a:ln>
        </p:spPr>
      </p:sp>
      <p:sp>
        <p:nvSpPr>
          <p:cNvPr id="440" name="Text 438"/>
          <p:cNvSpPr/>
          <p:nvPr/>
        </p:nvSpPr>
        <p:spPr>
          <a:xfrm>
            <a:off x="2318004" y="2537460"/>
            <a:ext cx="548640" cy="137160"/>
          </a:xfrm>
          <a:prstGeom prst="rect">
            <a:avLst/>
          </a:prstGeom>
          <a:noFill/>
          <a:ln/>
        </p:spPr>
        <p:txBody>
          <a:bodyPr wrap="square" rtlCol="0" anchor="ctr"/>
          <a:lstStyle/>
          <a:p>
            <a:pPr algn="ctr" indent="0" marL="0">
              <a:buNone/>
            </a:pPr>
            <a:r>
              <a:rPr lang="en-US" sz="1000" b="1" dirty="0">
                <a:solidFill>
                  <a:srgbClr val="00FF00"/>
                </a:solidFill>
              </a:rPr>
              <a:t>BUILDER</a:t>
            </a:r>
            <a:endParaRPr lang="en-US" sz="1000" dirty="0"/>
          </a:p>
        </p:txBody>
      </p:sp>
      <p:sp>
        <p:nvSpPr>
          <p:cNvPr id="441" name="Shape 439"/>
          <p:cNvSpPr/>
          <p:nvPr/>
        </p:nvSpPr>
        <p:spPr>
          <a:xfrm>
            <a:off x="3506724" y="2537460"/>
            <a:ext cx="731520" cy="109728"/>
          </a:xfrm>
          <a:prstGeom prst="rect">
            <a:avLst/>
          </a:prstGeom>
          <a:solidFill>
            <a:srgbClr val="008000">
              <a:alpha val="30000"/>
            </a:srgbClr>
          </a:solidFill>
          <a:ln w="12700">
            <a:solidFill>
              <a:srgbClr val="008000"/>
            </a:solidFill>
            <a:prstDash val="solid"/>
          </a:ln>
        </p:spPr>
      </p:sp>
      <p:sp>
        <p:nvSpPr>
          <p:cNvPr id="442" name="Text 440"/>
          <p:cNvSpPr/>
          <p:nvPr/>
        </p:nvSpPr>
        <p:spPr>
          <a:xfrm>
            <a:off x="3552444" y="2555748"/>
            <a:ext cx="640080" cy="73152"/>
          </a:xfrm>
          <a:prstGeom prst="rect">
            <a:avLst/>
          </a:prstGeom>
          <a:noFill/>
          <a:ln/>
        </p:spPr>
        <p:txBody>
          <a:bodyPr wrap="square" rtlCol="0" anchor="ctr"/>
          <a:lstStyle/>
          <a:p>
            <a:pPr algn="ctr" indent="0" marL="0">
              <a:buNone/>
            </a:pPr>
            <a:r>
              <a:rPr lang="en-US" sz="400" dirty="0">
                <a:solidFill>
                  <a:srgbClr val="FFFFFF"/>
                </a:solidFill>
                <a:latin typeface="Courier New" pitchFamily="34" charset="0"/>
                <a:ea typeface="Courier New" pitchFamily="34" charset="-122"/>
                <a:cs typeface="Courier New" pitchFamily="34" charset="-120"/>
              </a:rPr>
              <a:t>OWNER: AGENT-BX</a:t>
            </a:r>
            <a:endParaRPr lang="en-US" sz="400" dirty="0"/>
          </a:p>
        </p:txBody>
      </p:sp>
      <p:sp>
        <p:nvSpPr>
          <p:cNvPr id="443" name="Shape 441"/>
          <p:cNvSpPr/>
          <p:nvPr/>
        </p:nvSpPr>
        <p:spPr>
          <a:xfrm>
            <a:off x="1769364" y="1097280"/>
            <a:ext cx="548640" cy="731520"/>
          </a:xfrm>
          <a:prstGeom prst="rect">
            <a:avLst/>
          </a:prstGeom>
          <a:solidFill>
            <a:srgbClr val="FFC400">
              <a:alpha val="15000"/>
            </a:srgbClr>
          </a:solidFill>
          <a:ln w="38100">
            <a:solidFill>
              <a:srgbClr val="FF8C00"/>
            </a:solidFill>
            <a:prstDash val="solid"/>
          </a:ln>
        </p:spPr>
      </p:sp>
      <p:sp>
        <p:nvSpPr>
          <p:cNvPr id="444" name="Text 442"/>
          <p:cNvSpPr/>
          <p:nvPr/>
        </p:nvSpPr>
        <p:spPr>
          <a:xfrm>
            <a:off x="1815084" y="1371600"/>
            <a:ext cx="457200" cy="182880"/>
          </a:xfrm>
          <a:prstGeom prst="rect">
            <a:avLst/>
          </a:prstGeom>
          <a:noFill/>
          <a:ln/>
        </p:spPr>
        <p:txBody>
          <a:bodyPr wrap="square" rtlCol="0" anchor="ctr"/>
          <a:lstStyle/>
          <a:p>
            <a:pPr algn="ctr" indent="0" marL="0">
              <a:buNone/>
            </a:pPr>
            <a:r>
              <a:rPr lang="en-US" sz="600" b="1" dirty="0">
                <a:solidFill>
                  <a:srgbClr val="FF8C00"/>
                </a:solidFill>
              </a:rPr>
              <a:t>GATE 1</a:t>
            </a:r>
            <a:endParaRPr lang="en-US" sz="600" dirty="0"/>
          </a:p>
        </p:txBody>
      </p:sp>
      <p:sp>
        <p:nvSpPr>
          <p:cNvPr id="445" name="Shape 443"/>
          <p:cNvSpPr/>
          <p:nvPr/>
        </p:nvSpPr>
        <p:spPr>
          <a:xfrm>
            <a:off x="2866644" y="1097280"/>
            <a:ext cx="548640" cy="731520"/>
          </a:xfrm>
          <a:prstGeom prst="rect">
            <a:avLst/>
          </a:prstGeom>
          <a:solidFill>
            <a:srgbClr val="FFC400">
              <a:alpha val="15000"/>
            </a:srgbClr>
          </a:solidFill>
          <a:ln w="38100">
            <a:solidFill>
              <a:srgbClr val="FF8C00"/>
            </a:solidFill>
            <a:prstDash val="solid"/>
          </a:ln>
        </p:spPr>
      </p:sp>
      <p:sp>
        <p:nvSpPr>
          <p:cNvPr id="446" name="Text 444"/>
          <p:cNvSpPr/>
          <p:nvPr/>
        </p:nvSpPr>
        <p:spPr>
          <a:xfrm>
            <a:off x="2912364" y="1371600"/>
            <a:ext cx="457200" cy="182880"/>
          </a:xfrm>
          <a:prstGeom prst="rect">
            <a:avLst/>
          </a:prstGeom>
          <a:noFill/>
          <a:ln/>
        </p:spPr>
        <p:txBody>
          <a:bodyPr wrap="square" rtlCol="0" anchor="ctr"/>
          <a:lstStyle/>
          <a:p>
            <a:pPr algn="ctr" indent="0" marL="0">
              <a:buNone/>
            </a:pPr>
            <a:r>
              <a:rPr lang="en-US" sz="600" b="1" dirty="0">
                <a:solidFill>
                  <a:srgbClr val="FF8C00"/>
                </a:solidFill>
              </a:rPr>
              <a:t>GATE 2</a:t>
            </a:r>
            <a:endParaRPr lang="en-US" sz="600" dirty="0"/>
          </a:p>
        </p:txBody>
      </p:sp>
      <p:sp>
        <p:nvSpPr>
          <p:cNvPr id="447" name="Shape 445"/>
          <p:cNvSpPr/>
          <p:nvPr/>
        </p:nvSpPr>
        <p:spPr>
          <a:xfrm>
            <a:off x="1220724" y="365760"/>
            <a:ext cx="2743200" cy="146304"/>
          </a:xfrm>
          <a:prstGeom prst="rect">
            <a:avLst/>
          </a:prstGeom>
          <a:solidFill>
            <a:srgbClr val="00FF00">
              <a:alpha val="15000"/>
            </a:srgbClr>
          </a:solidFill>
          <a:ln w="25400">
            <a:solidFill>
              <a:srgbClr val="008000"/>
            </a:solidFill>
            <a:prstDash val="solid"/>
          </a:ln>
        </p:spPr>
      </p:sp>
      <p:sp>
        <p:nvSpPr>
          <p:cNvPr id="448" name="Text 446"/>
          <p:cNvSpPr/>
          <p:nvPr/>
        </p:nvSpPr>
        <p:spPr>
          <a:xfrm>
            <a:off x="1312164" y="411480"/>
            <a:ext cx="2560320" cy="73152"/>
          </a:xfrm>
          <a:prstGeom prst="rect">
            <a:avLst/>
          </a:prstGeom>
          <a:noFill/>
          <a:ln/>
        </p:spPr>
        <p:txBody>
          <a:bodyPr wrap="square" rtlCol="0" anchor="ctr"/>
          <a:lstStyle/>
          <a:p>
            <a:pPr algn="ctr" indent="0" marL="0">
              <a:buNone/>
            </a:pPr>
            <a:r>
              <a:rPr lang="en-US" sz="600" b="1" dirty="0">
                <a:solidFill>
                  <a:srgbClr val="008000"/>
                </a:solidFill>
              </a:rPr>
              <a:t>APPROVAL</a:t>
            </a:r>
            <a:endParaRPr lang="en-US" sz="600" dirty="0"/>
          </a:p>
        </p:txBody>
      </p:sp>
      <p:sp>
        <p:nvSpPr>
          <p:cNvPr id="449" name="Shape 447"/>
          <p:cNvSpPr/>
          <p:nvPr/>
        </p:nvSpPr>
        <p:spPr>
          <a:xfrm>
            <a:off x="1220724" y="2377440"/>
            <a:ext cx="2743200" cy="146304"/>
          </a:xfrm>
          <a:prstGeom prst="rect">
            <a:avLst/>
          </a:prstGeom>
          <a:solidFill>
            <a:srgbClr val="FF0000">
              <a:alpha val="15000"/>
            </a:srgbClr>
          </a:solidFill>
          <a:ln w="25400">
            <a:solidFill>
              <a:srgbClr val="800000"/>
            </a:solidFill>
            <a:prstDash val="solid"/>
          </a:ln>
        </p:spPr>
      </p:sp>
      <p:sp>
        <p:nvSpPr>
          <p:cNvPr id="450" name="Text 448"/>
          <p:cNvSpPr/>
          <p:nvPr/>
        </p:nvSpPr>
        <p:spPr>
          <a:xfrm>
            <a:off x="1312164" y="2423160"/>
            <a:ext cx="2560320" cy="73152"/>
          </a:xfrm>
          <a:prstGeom prst="rect">
            <a:avLst/>
          </a:prstGeom>
          <a:noFill/>
          <a:ln/>
        </p:spPr>
        <p:txBody>
          <a:bodyPr wrap="square" rtlCol="0" anchor="ctr"/>
          <a:lstStyle/>
          <a:p>
            <a:pPr algn="ctr" indent="0" marL="0">
              <a:buNone/>
            </a:pPr>
            <a:r>
              <a:rPr lang="en-US" sz="600" b="1" dirty="0">
                <a:solidFill>
                  <a:srgbClr val="800000"/>
                </a:solidFill>
              </a:rPr>
              <a:t>REJECTION</a:t>
            </a:r>
            <a:endParaRPr lang="en-US" sz="600" dirty="0"/>
          </a:p>
        </p:txBody>
      </p:sp>
      <p:sp>
        <p:nvSpPr>
          <p:cNvPr id="451" name="Shape 449"/>
          <p:cNvSpPr/>
          <p:nvPr/>
        </p:nvSpPr>
        <p:spPr>
          <a:xfrm>
            <a:off x="3973068" y="1335024"/>
            <a:ext cx="320040" cy="256032"/>
          </a:xfrm>
          <a:prstGeom prst="rect">
            <a:avLst/>
          </a:prstGeom>
          <a:solidFill>
            <a:srgbClr val="FFC400">
              <a:alpha val="15000"/>
            </a:srgbClr>
          </a:solidFill>
          <a:ln w="25400">
            <a:solidFill>
              <a:srgbClr val="FF8C00"/>
            </a:solidFill>
            <a:prstDash val="solid"/>
          </a:ln>
        </p:spPr>
      </p:sp>
      <p:sp>
        <p:nvSpPr>
          <p:cNvPr id="452" name="Text 450"/>
          <p:cNvSpPr/>
          <p:nvPr/>
        </p:nvSpPr>
        <p:spPr>
          <a:xfrm>
            <a:off x="4005072" y="1431036"/>
            <a:ext cx="256032" cy="64008"/>
          </a:xfrm>
          <a:prstGeom prst="rect">
            <a:avLst/>
          </a:prstGeom>
          <a:noFill/>
          <a:ln/>
        </p:spPr>
        <p:txBody>
          <a:bodyPr wrap="square" rtlCol="0" anchor="ctr"/>
          <a:lstStyle/>
          <a:p>
            <a:pPr algn="ctr" indent="0" marL="0">
              <a:buNone/>
            </a:pPr>
            <a:r>
              <a:rPr lang="en-US" sz="500" b="1" dirty="0">
                <a:solidFill>
                  <a:srgbClr val="FF8C00"/>
                </a:solidFill>
              </a:rPr>
              <a:t>ROLLBACK</a:t>
            </a:r>
            <a:endParaRPr lang="en-US" sz="500" dirty="0"/>
          </a:p>
        </p:txBody>
      </p:sp>
      <p:sp>
        <p:nvSpPr>
          <p:cNvPr id="453" name="Shape 451"/>
          <p:cNvSpPr/>
          <p:nvPr/>
        </p:nvSpPr>
        <p:spPr>
          <a:xfrm>
            <a:off x="946404" y="548640"/>
            <a:ext cx="82296" cy="1828800"/>
          </a:xfrm>
          <a:prstGeom prst="rect">
            <a:avLst/>
          </a:prstGeom>
          <a:solidFill>
            <a:srgbClr val="FFC400">
              <a:alpha val="10000"/>
            </a:srgbClr>
          </a:solidFill>
          <a:ln w="38100">
            <a:solidFill>
              <a:srgbClr val="FF8C00"/>
            </a:solidFill>
            <a:prstDash val="solid"/>
          </a:ln>
        </p:spPr>
      </p:sp>
      <p:sp>
        <p:nvSpPr>
          <p:cNvPr id="454" name="Shape 452"/>
          <p:cNvSpPr/>
          <p:nvPr/>
        </p:nvSpPr>
        <p:spPr>
          <a:xfrm>
            <a:off x="4101084" y="548640"/>
            <a:ext cx="82296" cy="1828800"/>
          </a:xfrm>
          <a:prstGeom prst="rect">
            <a:avLst/>
          </a:prstGeom>
          <a:solidFill>
            <a:srgbClr val="FFC400">
              <a:alpha val="10000"/>
            </a:srgbClr>
          </a:solidFill>
          <a:ln w="38100">
            <a:solidFill>
              <a:srgbClr val="FF8C00"/>
            </a:solidFill>
            <a:prstDash val="solid"/>
          </a:ln>
        </p:spPr>
      </p:sp>
      <p:sp>
        <p:nvSpPr>
          <p:cNvPr id="455" name="Text 453"/>
          <p:cNvSpPr/>
          <p:nvPr/>
        </p:nvSpPr>
        <p:spPr>
          <a:xfrm>
            <a:off x="2226564" y="182880"/>
            <a:ext cx="731520" cy="137160"/>
          </a:xfrm>
          <a:prstGeom prst="rect">
            <a:avLst/>
          </a:prstGeom>
          <a:noFill/>
          <a:ln/>
        </p:spPr>
        <p:txBody>
          <a:bodyPr wrap="square" rtlCol="0" anchor="ctr"/>
          <a:lstStyle/>
          <a:p>
            <a:pPr algn="ctr" indent="0" marL="0">
              <a:buNone/>
            </a:pPr>
            <a:r>
              <a:rPr lang="en-US" sz="1000" b="1" dirty="0">
                <a:solidFill>
                  <a:srgbClr val="FFC400"/>
                </a:solidFill>
              </a:rPr>
              <a:t>GOVERNANCE</a:t>
            </a:r>
            <a:endParaRPr lang="en-US" sz="1000" dirty="0"/>
          </a:p>
        </p:txBody>
      </p:sp>
      <p:sp>
        <p:nvSpPr>
          <p:cNvPr id="456" name="Shape 454"/>
          <p:cNvSpPr/>
          <p:nvPr/>
        </p:nvSpPr>
        <p:spPr>
          <a:xfrm>
            <a:off x="2226564" y="320040"/>
            <a:ext cx="731520" cy="137160"/>
          </a:xfrm>
          <a:prstGeom prst="rect">
            <a:avLst/>
          </a:prstGeom>
          <a:solidFill>
            <a:srgbClr val="FF8C00">
              <a:alpha val="30000"/>
            </a:srgbClr>
          </a:solidFill>
          <a:ln w="12700">
            <a:solidFill>
              <a:srgbClr val="FF8C00"/>
            </a:solidFill>
            <a:prstDash val="solid"/>
          </a:ln>
        </p:spPr>
      </p:sp>
      <p:sp>
        <p:nvSpPr>
          <p:cNvPr id="457" name="Text 455"/>
          <p:cNvSpPr/>
          <p:nvPr/>
        </p:nvSpPr>
        <p:spPr>
          <a:xfrm>
            <a:off x="2272284" y="338328"/>
            <a:ext cx="640080" cy="91440"/>
          </a:xfrm>
          <a:prstGeom prst="rect">
            <a:avLst/>
          </a:prstGeom>
          <a:noFill/>
          <a:ln/>
        </p:spPr>
        <p:txBody>
          <a:bodyPr wrap="square" rtlCol="0" anchor="ctr"/>
          <a:lstStyle/>
          <a:p>
            <a:pPr algn="ctr" indent="0" marL="0">
              <a:buNone/>
            </a:pPr>
            <a:r>
              <a:rPr lang="en-US" sz="500" dirty="0">
                <a:solidFill>
                  <a:srgbClr val="FFFFFF"/>
                </a:solidFill>
                <a:latin typeface="Courier New" pitchFamily="34" charset="0"/>
                <a:ea typeface="Courier New" pitchFamily="34" charset="-122"/>
                <a:cs typeface="Courier New" pitchFamily="34" charset="-120"/>
              </a:rPr>
              <a:t>OWNER: CONSTITUTION</a:t>
            </a:r>
            <a:endParaRPr lang="en-US" sz="500" dirty="0"/>
          </a:p>
        </p:txBody>
      </p:sp>
      <p:sp>
        <p:nvSpPr>
          <p:cNvPr id="458" name="Shape 456"/>
          <p:cNvSpPr/>
          <p:nvPr/>
        </p:nvSpPr>
        <p:spPr>
          <a:xfrm>
            <a:off x="4572000" y="320040"/>
            <a:ext cx="1979676" cy="1143000"/>
          </a:xfrm>
          <a:prstGeom prst="line">
            <a:avLst/>
          </a:prstGeom>
          <a:noFill/>
          <a:ln w="25400">
            <a:solidFill>
              <a:srgbClr val="00E5FF"/>
            </a:solidFill>
            <a:prstDash val="solid"/>
          </a:ln>
        </p:spPr>
      </p:sp>
      <p:sp>
        <p:nvSpPr>
          <p:cNvPr id="459" name="Shape 457"/>
          <p:cNvSpPr/>
          <p:nvPr/>
        </p:nvSpPr>
        <p:spPr>
          <a:xfrm>
            <a:off x="6347578" y="1325878"/>
            <a:ext cx="91440" cy="91440"/>
          </a:xfrm>
          <a:prstGeom prst="triangle">
            <a:avLst/>
          </a:prstGeom>
          <a:solidFill>
            <a:srgbClr val="00E5FF">
              <a:alpha val="30000"/>
            </a:srgbClr>
          </a:solidFill>
          <a:ln w="25400">
            <a:solidFill>
              <a:srgbClr val="00E5FF"/>
            </a:solidFill>
            <a:prstDash val="solid"/>
          </a:ln>
        </p:spPr>
      </p:sp>
      <p:sp>
        <p:nvSpPr>
          <p:cNvPr id="460" name="Shape 458"/>
          <p:cNvSpPr/>
          <p:nvPr/>
        </p:nvSpPr>
        <p:spPr>
          <a:xfrm>
            <a:off x="4830775" y="457200"/>
            <a:ext cx="274320" cy="182880"/>
          </a:xfrm>
          <a:prstGeom prst="ellipse">
            <a:avLst/>
          </a:prstGeom>
          <a:solidFill>
            <a:srgbClr val="1A1A1F">
              <a:alpha val="10000"/>
            </a:srgbClr>
          </a:solidFill>
          <a:ln w="19050">
            <a:solidFill>
              <a:srgbClr val="00E5FF"/>
            </a:solidFill>
            <a:prstDash val="solid"/>
          </a:ln>
        </p:spPr>
      </p:sp>
      <p:sp>
        <p:nvSpPr>
          <p:cNvPr id="461" name="Text 459"/>
          <p:cNvSpPr/>
          <p:nvPr/>
        </p:nvSpPr>
        <p:spPr>
          <a:xfrm>
            <a:off x="4849063" y="4846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462" name="Shape 460"/>
          <p:cNvSpPr/>
          <p:nvPr/>
        </p:nvSpPr>
        <p:spPr>
          <a:xfrm>
            <a:off x="5068519" y="603504"/>
            <a:ext cx="27432" cy="27432"/>
          </a:xfrm>
          <a:prstGeom prst="ellipse">
            <a:avLst/>
          </a:prstGeom>
          <a:solidFill>
            <a:srgbClr val="FF0000">
              <a:alpha val="30000"/>
            </a:srgbClr>
          </a:solidFill>
          <a:ln w="12700">
            <a:solidFill>
              <a:srgbClr val="FF0000"/>
            </a:solidFill>
            <a:prstDash val="solid"/>
          </a:ln>
        </p:spPr>
      </p:sp>
      <p:sp>
        <p:nvSpPr>
          <p:cNvPr id="463" name="Shape 461"/>
          <p:cNvSpPr/>
          <p:nvPr/>
        </p:nvSpPr>
        <p:spPr>
          <a:xfrm>
            <a:off x="5226710" y="685800"/>
            <a:ext cx="274320" cy="182880"/>
          </a:xfrm>
          <a:prstGeom prst="ellipse">
            <a:avLst/>
          </a:prstGeom>
          <a:solidFill>
            <a:srgbClr val="1A1A1F">
              <a:alpha val="10000"/>
            </a:srgbClr>
          </a:solidFill>
          <a:ln w="19050">
            <a:solidFill>
              <a:srgbClr val="00E5FF"/>
            </a:solidFill>
            <a:prstDash val="solid"/>
          </a:ln>
        </p:spPr>
      </p:sp>
      <p:sp>
        <p:nvSpPr>
          <p:cNvPr id="464" name="Text 462"/>
          <p:cNvSpPr/>
          <p:nvPr/>
        </p:nvSpPr>
        <p:spPr>
          <a:xfrm>
            <a:off x="5244998" y="7132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465" name="Shape 463"/>
          <p:cNvSpPr/>
          <p:nvPr/>
        </p:nvSpPr>
        <p:spPr>
          <a:xfrm>
            <a:off x="5464454" y="832104"/>
            <a:ext cx="27432" cy="27432"/>
          </a:xfrm>
          <a:prstGeom prst="ellipse">
            <a:avLst/>
          </a:prstGeom>
          <a:solidFill>
            <a:srgbClr val="FF0000">
              <a:alpha val="30000"/>
            </a:srgbClr>
          </a:solidFill>
          <a:ln w="12700">
            <a:solidFill>
              <a:srgbClr val="FF0000"/>
            </a:solidFill>
            <a:prstDash val="solid"/>
          </a:ln>
        </p:spPr>
      </p:sp>
      <p:sp>
        <p:nvSpPr>
          <p:cNvPr id="466" name="Shape 464"/>
          <p:cNvSpPr/>
          <p:nvPr/>
        </p:nvSpPr>
        <p:spPr>
          <a:xfrm>
            <a:off x="5622646" y="914400"/>
            <a:ext cx="274320" cy="182880"/>
          </a:xfrm>
          <a:prstGeom prst="ellipse">
            <a:avLst/>
          </a:prstGeom>
          <a:solidFill>
            <a:srgbClr val="1A1A1F">
              <a:alpha val="10000"/>
            </a:srgbClr>
          </a:solidFill>
          <a:ln w="19050">
            <a:solidFill>
              <a:srgbClr val="00E5FF"/>
            </a:solidFill>
            <a:prstDash val="solid"/>
          </a:ln>
        </p:spPr>
      </p:sp>
      <p:sp>
        <p:nvSpPr>
          <p:cNvPr id="467" name="Text 465"/>
          <p:cNvSpPr/>
          <p:nvPr/>
        </p:nvSpPr>
        <p:spPr>
          <a:xfrm>
            <a:off x="5640934" y="9418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468" name="Shape 466"/>
          <p:cNvSpPr/>
          <p:nvPr/>
        </p:nvSpPr>
        <p:spPr>
          <a:xfrm>
            <a:off x="5860390" y="1060704"/>
            <a:ext cx="27432" cy="27432"/>
          </a:xfrm>
          <a:prstGeom prst="ellipse">
            <a:avLst/>
          </a:prstGeom>
          <a:solidFill>
            <a:srgbClr val="FF0000">
              <a:alpha val="30000"/>
            </a:srgbClr>
          </a:solidFill>
          <a:ln w="12700">
            <a:solidFill>
              <a:srgbClr val="FF0000"/>
            </a:solidFill>
            <a:prstDash val="solid"/>
          </a:ln>
        </p:spPr>
      </p:sp>
      <p:sp>
        <p:nvSpPr>
          <p:cNvPr id="469" name="Shape 467"/>
          <p:cNvSpPr/>
          <p:nvPr/>
        </p:nvSpPr>
        <p:spPr>
          <a:xfrm>
            <a:off x="6018581" y="1143000"/>
            <a:ext cx="274320" cy="182880"/>
          </a:xfrm>
          <a:prstGeom prst="ellipse">
            <a:avLst/>
          </a:prstGeom>
          <a:solidFill>
            <a:srgbClr val="1A1A1F">
              <a:alpha val="10000"/>
            </a:srgbClr>
          </a:solidFill>
          <a:ln w="19050">
            <a:solidFill>
              <a:srgbClr val="00E5FF"/>
            </a:solidFill>
            <a:prstDash val="solid"/>
          </a:ln>
        </p:spPr>
      </p:sp>
      <p:sp>
        <p:nvSpPr>
          <p:cNvPr id="470" name="Text 468"/>
          <p:cNvSpPr/>
          <p:nvPr/>
        </p:nvSpPr>
        <p:spPr>
          <a:xfrm>
            <a:off x="6036869" y="11704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External | Received</a:t>
            </a:r>
            <a:endParaRPr lang="en-US" sz="300" dirty="0"/>
          </a:p>
        </p:txBody>
      </p:sp>
      <p:sp>
        <p:nvSpPr>
          <p:cNvPr id="471" name="Shape 469"/>
          <p:cNvSpPr/>
          <p:nvPr/>
        </p:nvSpPr>
        <p:spPr>
          <a:xfrm>
            <a:off x="6256325" y="1289304"/>
            <a:ext cx="27432" cy="27432"/>
          </a:xfrm>
          <a:prstGeom prst="ellipse">
            <a:avLst/>
          </a:prstGeom>
          <a:solidFill>
            <a:srgbClr val="FF0000">
              <a:alpha val="30000"/>
            </a:srgbClr>
          </a:solidFill>
          <a:ln w="12700">
            <a:solidFill>
              <a:srgbClr val="FF0000"/>
            </a:solidFill>
            <a:prstDash val="solid"/>
          </a:ln>
        </p:spPr>
      </p:sp>
      <p:sp>
        <p:nvSpPr>
          <p:cNvPr id="472" name="Shape 470"/>
          <p:cNvSpPr/>
          <p:nvPr/>
        </p:nvSpPr>
        <p:spPr>
          <a:xfrm>
            <a:off x="6551676" y="1463040"/>
            <a:ext cx="0" cy="2286000"/>
          </a:xfrm>
          <a:prstGeom prst="line">
            <a:avLst/>
          </a:prstGeom>
          <a:noFill/>
          <a:ln w="25400">
            <a:solidFill>
              <a:srgbClr val="00E5FF"/>
            </a:solidFill>
            <a:prstDash val="solid"/>
          </a:ln>
        </p:spPr>
      </p:sp>
      <p:sp>
        <p:nvSpPr>
          <p:cNvPr id="473" name="Shape 471"/>
          <p:cNvSpPr/>
          <p:nvPr/>
        </p:nvSpPr>
        <p:spPr>
          <a:xfrm>
            <a:off x="6505956" y="3520440"/>
            <a:ext cx="91440" cy="91440"/>
          </a:xfrm>
          <a:prstGeom prst="triangle">
            <a:avLst/>
          </a:prstGeom>
          <a:solidFill>
            <a:srgbClr val="00E5FF">
              <a:alpha val="30000"/>
            </a:srgbClr>
          </a:solidFill>
          <a:ln w="25400">
            <a:solidFill>
              <a:srgbClr val="00E5FF"/>
            </a:solidFill>
            <a:prstDash val="solid"/>
          </a:ln>
        </p:spPr>
      </p:sp>
      <p:sp>
        <p:nvSpPr>
          <p:cNvPr id="474" name="Shape 472"/>
          <p:cNvSpPr/>
          <p:nvPr/>
        </p:nvSpPr>
        <p:spPr>
          <a:xfrm>
            <a:off x="6414516" y="1828800"/>
            <a:ext cx="274320" cy="182880"/>
          </a:xfrm>
          <a:prstGeom prst="ellipse">
            <a:avLst/>
          </a:prstGeom>
          <a:solidFill>
            <a:srgbClr val="1A1A1F">
              <a:alpha val="10000"/>
            </a:srgbClr>
          </a:solidFill>
          <a:ln w="19050">
            <a:solidFill>
              <a:srgbClr val="00E5FF"/>
            </a:solidFill>
            <a:prstDash val="solid"/>
          </a:ln>
        </p:spPr>
      </p:sp>
      <p:sp>
        <p:nvSpPr>
          <p:cNvPr id="475" name="Text 473"/>
          <p:cNvSpPr/>
          <p:nvPr/>
        </p:nvSpPr>
        <p:spPr>
          <a:xfrm>
            <a:off x="6432804" y="18562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Verified</a:t>
            </a:r>
            <a:endParaRPr lang="en-US" sz="300" dirty="0"/>
          </a:p>
        </p:txBody>
      </p:sp>
      <p:sp>
        <p:nvSpPr>
          <p:cNvPr id="476" name="Shape 474"/>
          <p:cNvSpPr/>
          <p:nvPr/>
        </p:nvSpPr>
        <p:spPr>
          <a:xfrm>
            <a:off x="6652260" y="1975104"/>
            <a:ext cx="27432" cy="27432"/>
          </a:xfrm>
          <a:prstGeom prst="ellipse">
            <a:avLst/>
          </a:prstGeom>
          <a:solidFill>
            <a:srgbClr val="00FF00">
              <a:alpha val="30000"/>
            </a:srgbClr>
          </a:solidFill>
          <a:ln w="12700">
            <a:solidFill>
              <a:srgbClr val="00FF00"/>
            </a:solidFill>
            <a:prstDash val="solid"/>
          </a:ln>
        </p:spPr>
      </p:sp>
      <p:sp>
        <p:nvSpPr>
          <p:cNvPr id="477" name="Shape 475"/>
          <p:cNvSpPr/>
          <p:nvPr/>
        </p:nvSpPr>
        <p:spPr>
          <a:xfrm>
            <a:off x="6414516" y="2286000"/>
            <a:ext cx="274320" cy="182880"/>
          </a:xfrm>
          <a:prstGeom prst="ellipse">
            <a:avLst/>
          </a:prstGeom>
          <a:solidFill>
            <a:srgbClr val="1A1A1F">
              <a:alpha val="10000"/>
            </a:srgbClr>
          </a:solidFill>
          <a:ln w="19050">
            <a:solidFill>
              <a:srgbClr val="00E5FF"/>
            </a:solidFill>
            <a:prstDash val="solid"/>
          </a:ln>
        </p:spPr>
      </p:sp>
      <p:sp>
        <p:nvSpPr>
          <p:cNvPr id="478" name="Text 476"/>
          <p:cNvSpPr/>
          <p:nvPr/>
        </p:nvSpPr>
        <p:spPr>
          <a:xfrm>
            <a:off x="6432804" y="23134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Verified</a:t>
            </a:r>
            <a:endParaRPr lang="en-US" sz="300" dirty="0"/>
          </a:p>
        </p:txBody>
      </p:sp>
      <p:sp>
        <p:nvSpPr>
          <p:cNvPr id="479" name="Shape 477"/>
          <p:cNvSpPr/>
          <p:nvPr/>
        </p:nvSpPr>
        <p:spPr>
          <a:xfrm>
            <a:off x="6652260" y="2432304"/>
            <a:ext cx="27432" cy="27432"/>
          </a:xfrm>
          <a:prstGeom prst="ellipse">
            <a:avLst/>
          </a:prstGeom>
          <a:solidFill>
            <a:srgbClr val="00FF00">
              <a:alpha val="30000"/>
            </a:srgbClr>
          </a:solidFill>
          <a:ln w="12700">
            <a:solidFill>
              <a:srgbClr val="00FF00"/>
            </a:solidFill>
            <a:prstDash val="solid"/>
          </a:ln>
        </p:spPr>
      </p:sp>
      <p:sp>
        <p:nvSpPr>
          <p:cNvPr id="480" name="Shape 478"/>
          <p:cNvSpPr/>
          <p:nvPr/>
        </p:nvSpPr>
        <p:spPr>
          <a:xfrm>
            <a:off x="6414516" y="2743200"/>
            <a:ext cx="274320" cy="182880"/>
          </a:xfrm>
          <a:prstGeom prst="ellipse">
            <a:avLst/>
          </a:prstGeom>
          <a:solidFill>
            <a:srgbClr val="1A1A1F">
              <a:alpha val="10000"/>
            </a:srgbClr>
          </a:solidFill>
          <a:ln w="19050">
            <a:solidFill>
              <a:srgbClr val="00E5FF"/>
            </a:solidFill>
            <a:prstDash val="solid"/>
          </a:ln>
        </p:spPr>
      </p:sp>
      <p:sp>
        <p:nvSpPr>
          <p:cNvPr id="481" name="Text 479"/>
          <p:cNvSpPr/>
          <p:nvPr/>
        </p:nvSpPr>
        <p:spPr>
          <a:xfrm>
            <a:off x="6432804" y="27706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Verified</a:t>
            </a:r>
            <a:endParaRPr lang="en-US" sz="300" dirty="0"/>
          </a:p>
        </p:txBody>
      </p:sp>
      <p:sp>
        <p:nvSpPr>
          <p:cNvPr id="482" name="Shape 480"/>
          <p:cNvSpPr/>
          <p:nvPr/>
        </p:nvSpPr>
        <p:spPr>
          <a:xfrm>
            <a:off x="6652260" y="2889504"/>
            <a:ext cx="27432" cy="27432"/>
          </a:xfrm>
          <a:prstGeom prst="ellipse">
            <a:avLst/>
          </a:prstGeom>
          <a:solidFill>
            <a:srgbClr val="00FF00">
              <a:alpha val="30000"/>
            </a:srgbClr>
          </a:solidFill>
          <a:ln w="12700">
            <a:solidFill>
              <a:srgbClr val="00FF00"/>
            </a:solidFill>
            <a:prstDash val="solid"/>
          </a:ln>
        </p:spPr>
      </p:sp>
      <p:sp>
        <p:nvSpPr>
          <p:cNvPr id="483" name="Shape 481"/>
          <p:cNvSpPr/>
          <p:nvPr/>
        </p:nvSpPr>
        <p:spPr>
          <a:xfrm>
            <a:off x="6414516" y="3200400"/>
            <a:ext cx="274320" cy="182880"/>
          </a:xfrm>
          <a:prstGeom prst="ellipse">
            <a:avLst/>
          </a:prstGeom>
          <a:solidFill>
            <a:srgbClr val="1A1A1F">
              <a:alpha val="10000"/>
            </a:srgbClr>
          </a:solidFill>
          <a:ln w="19050">
            <a:solidFill>
              <a:srgbClr val="00E5FF"/>
            </a:solidFill>
            <a:prstDash val="solid"/>
          </a:ln>
        </p:spPr>
      </p:sp>
      <p:sp>
        <p:nvSpPr>
          <p:cNvPr id="484" name="Text 482"/>
          <p:cNvSpPr/>
          <p:nvPr/>
        </p:nvSpPr>
        <p:spPr>
          <a:xfrm>
            <a:off x="6432804" y="32278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Verified</a:t>
            </a:r>
            <a:endParaRPr lang="en-US" sz="300" dirty="0"/>
          </a:p>
        </p:txBody>
      </p:sp>
      <p:sp>
        <p:nvSpPr>
          <p:cNvPr id="485" name="Shape 483"/>
          <p:cNvSpPr/>
          <p:nvPr/>
        </p:nvSpPr>
        <p:spPr>
          <a:xfrm>
            <a:off x="6652260" y="3346704"/>
            <a:ext cx="27432" cy="27432"/>
          </a:xfrm>
          <a:prstGeom prst="ellipse">
            <a:avLst/>
          </a:prstGeom>
          <a:solidFill>
            <a:srgbClr val="00FF00">
              <a:alpha val="30000"/>
            </a:srgbClr>
          </a:solidFill>
          <a:ln w="12700">
            <a:solidFill>
              <a:srgbClr val="00FF00"/>
            </a:solidFill>
            <a:prstDash val="solid"/>
          </a:ln>
        </p:spPr>
      </p:sp>
      <p:sp>
        <p:nvSpPr>
          <p:cNvPr id="486" name="Shape 484"/>
          <p:cNvSpPr/>
          <p:nvPr/>
        </p:nvSpPr>
        <p:spPr>
          <a:xfrm>
            <a:off x="6551676" y="3749040"/>
            <a:ext cx="-1979676" cy="1143000"/>
          </a:xfrm>
          <a:prstGeom prst="line">
            <a:avLst/>
          </a:prstGeom>
          <a:noFill/>
          <a:ln w="25400">
            <a:solidFill>
              <a:srgbClr val="00E5FF"/>
            </a:solidFill>
            <a:prstDash val="solid"/>
          </a:ln>
        </p:spPr>
      </p:sp>
      <p:sp>
        <p:nvSpPr>
          <p:cNvPr id="487" name="Shape 485"/>
          <p:cNvSpPr/>
          <p:nvPr/>
        </p:nvSpPr>
        <p:spPr>
          <a:xfrm>
            <a:off x="4684658" y="4754878"/>
            <a:ext cx="91440" cy="91440"/>
          </a:xfrm>
          <a:prstGeom prst="triangle">
            <a:avLst/>
          </a:prstGeom>
          <a:solidFill>
            <a:srgbClr val="00E5FF">
              <a:alpha val="30000"/>
            </a:srgbClr>
          </a:solidFill>
          <a:ln w="25400">
            <a:solidFill>
              <a:srgbClr val="00E5FF"/>
            </a:solidFill>
            <a:prstDash val="solid"/>
          </a:ln>
        </p:spPr>
      </p:sp>
      <p:sp>
        <p:nvSpPr>
          <p:cNvPr id="488" name="Shape 486"/>
          <p:cNvSpPr/>
          <p:nvPr/>
        </p:nvSpPr>
        <p:spPr>
          <a:xfrm>
            <a:off x="6018581" y="3886200"/>
            <a:ext cx="274320" cy="182880"/>
          </a:xfrm>
          <a:prstGeom prst="ellipse">
            <a:avLst/>
          </a:prstGeom>
          <a:solidFill>
            <a:srgbClr val="1A1A1F">
              <a:alpha val="10000"/>
            </a:srgbClr>
          </a:solidFill>
          <a:ln w="19050">
            <a:solidFill>
              <a:srgbClr val="00E5FF"/>
            </a:solidFill>
            <a:prstDash val="solid"/>
          </a:ln>
        </p:spPr>
      </p:sp>
      <p:sp>
        <p:nvSpPr>
          <p:cNvPr id="489" name="Text 487"/>
          <p:cNvSpPr/>
          <p:nvPr/>
        </p:nvSpPr>
        <p:spPr>
          <a:xfrm>
            <a:off x="6036869" y="39136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Stored</a:t>
            </a:r>
            <a:endParaRPr lang="en-US" sz="300" dirty="0"/>
          </a:p>
        </p:txBody>
      </p:sp>
      <p:sp>
        <p:nvSpPr>
          <p:cNvPr id="490" name="Shape 488"/>
          <p:cNvSpPr/>
          <p:nvPr/>
        </p:nvSpPr>
        <p:spPr>
          <a:xfrm>
            <a:off x="6256325" y="4032504"/>
            <a:ext cx="27432" cy="27432"/>
          </a:xfrm>
          <a:prstGeom prst="ellipse">
            <a:avLst/>
          </a:prstGeom>
          <a:solidFill>
            <a:srgbClr val="00FF00">
              <a:alpha val="30000"/>
            </a:srgbClr>
          </a:solidFill>
          <a:ln w="12700">
            <a:solidFill>
              <a:srgbClr val="00FF00"/>
            </a:solidFill>
            <a:prstDash val="solid"/>
          </a:ln>
        </p:spPr>
      </p:sp>
      <p:sp>
        <p:nvSpPr>
          <p:cNvPr id="491" name="Shape 489"/>
          <p:cNvSpPr/>
          <p:nvPr/>
        </p:nvSpPr>
        <p:spPr>
          <a:xfrm>
            <a:off x="5622646" y="4114800"/>
            <a:ext cx="274320" cy="182880"/>
          </a:xfrm>
          <a:prstGeom prst="ellipse">
            <a:avLst/>
          </a:prstGeom>
          <a:solidFill>
            <a:srgbClr val="1A1A1F">
              <a:alpha val="10000"/>
            </a:srgbClr>
          </a:solidFill>
          <a:ln w="19050">
            <a:solidFill>
              <a:srgbClr val="00E5FF"/>
            </a:solidFill>
            <a:prstDash val="solid"/>
          </a:ln>
        </p:spPr>
      </p:sp>
      <p:sp>
        <p:nvSpPr>
          <p:cNvPr id="492" name="Text 490"/>
          <p:cNvSpPr/>
          <p:nvPr/>
        </p:nvSpPr>
        <p:spPr>
          <a:xfrm>
            <a:off x="5640934" y="41422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Stored</a:t>
            </a:r>
            <a:endParaRPr lang="en-US" sz="300" dirty="0"/>
          </a:p>
        </p:txBody>
      </p:sp>
      <p:sp>
        <p:nvSpPr>
          <p:cNvPr id="493" name="Shape 491"/>
          <p:cNvSpPr/>
          <p:nvPr/>
        </p:nvSpPr>
        <p:spPr>
          <a:xfrm>
            <a:off x="5860390" y="4261104"/>
            <a:ext cx="27432" cy="27432"/>
          </a:xfrm>
          <a:prstGeom prst="ellipse">
            <a:avLst/>
          </a:prstGeom>
          <a:solidFill>
            <a:srgbClr val="00FF00">
              <a:alpha val="30000"/>
            </a:srgbClr>
          </a:solidFill>
          <a:ln w="12700">
            <a:solidFill>
              <a:srgbClr val="00FF00"/>
            </a:solidFill>
            <a:prstDash val="solid"/>
          </a:ln>
        </p:spPr>
      </p:sp>
      <p:sp>
        <p:nvSpPr>
          <p:cNvPr id="494" name="Shape 492"/>
          <p:cNvSpPr/>
          <p:nvPr/>
        </p:nvSpPr>
        <p:spPr>
          <a:xfrm>
            <a:off x="5226710" y="4343400"/>
            <a:ext cx="274320" cy="182880"/>
          </a:xfrm>
          <a:prstGeom prst="ellipse">
            <a:avLst/>
          </a:prstGeom>
          <a:solidFill>
            <a:srgbClr val="1A1A1F">
              <a:alpha val="10000"/>
            </a:srgbClr>
          </a:solidFill>
          <a:ln w="19050">
            <a:solidFill>
              <a:srgbClr val="00E5FF"/>
            </a:solidFill>
            <a:prstDash val="solid"/>
          </a:ln>
        </p:spPr>
      </p:sp>
      <p:sp>
        <p:nvSpPr>
          <p:cNvPr id="495" name="Text 493"/>
          <p:cNvSpPr/>
          <p:nvPr/>
        </p:nvSpPr>
        <p:spPr>
          <a:xfrm>
            <a:off x="5244998" y="43708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Stored</a:t>
            </a:r>
            <a:endParaRPr lang="en-US" sz="300" dirty="0"/>
          </a:p>
        </p:txBody>
      </p:sp>
      <p:sp>
        <p:nvSpPr>
          <p:cNvPr id="496" name="Shape 494"/>
          <p:cNvSpPr/>
          <p:nvPr/>
        </p:nvSpPr>
        <p:spPr>
          <a:xfrm>
            <a:off x="5464454" y="4489704"/>
            <a:ext cx="27432" cy="27432"/>
          </a:xfrm>
          <a:prstGeom prst="ellipse">
            <a:avLst/>
          </a:prstGeom>
          <a:solidFill>
            <a:srgbClr val="00FF00">
              <a:alpha val="30000"/>
            </a:srgbClr>
          </a:solidFill>
          <a:ln w="12700">
            <a:solidFill>
              <a:srgbClr val="00FF00"/>
            </a:solidFill>
            <a:prstDash val="solid"/>
          </a:ln>
        </p:spPr>
      </p:sp>
      <p:sp>
        <p:nvSpPr>
          <p:cNvPr id="497" name="Shape 495"/>
          <p:cNvSpPr/>
          <p:nvPr/>
        </p:nvSpPr>
        <p:spPr>
          <a:xfrm>
            <a:off x="4830775" y="4572000"/>
            <a:ext cx="274320" cy="182880"/>
          </a:xfrm>
          <a:prstGeom prst="ellipse">
            <a:avLst/>
          </a:prstGeom>
          <a:solidFill>
            <a:srgbClr val="1A1A1F">
              <a:alpha val="10000"/>
            </a:srgbClr>
          </a:solidFill>
          <a:ln w="19050">
            <a:solidFill>
              <a:srgbClr val="00E5FF"/>
            </a:solidFill>
            <a:prstDash val="solid"/>
          </a:ln>
        </p:spPr>
      </p:sp>
      <p:sp>
        <p:nvSpPr>
          <p:cNvPr id="498" name="Text 496"/>
          <p:cNvSpPr/>
          <p:nvPr/>
        </p:nvSpPr>
        <p:spPr>
          <a:xfrm>
            <a:off x="4849063" y="45994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Kernel | Stored</a:t>
            </a:r>
            <a:endParaRPr lang="en-US" sz="300" dirty="0"/>
          </a:p>
        </p:txBody>
      </p:sp>
      <p:sp>
        <p:nvSpPr>
          <p:cNvPr id="499" name="Shape 497"/>
          <p:cNvSpPr/>
          <p:nvPr/>
        </p:nvSpPr>
        <p:spPr>
          <a:xfrm>
            <a:off x="5068519" y="4718304"/>
            <a:ext cx="27432" cy="27432"/>
          </a:xfrm>
          <a:prstGeom prst="ellipse">
            <a:avLst/>
          </a:prstGeom>
          <a:solidFill>
            <a:srgbClr val="00FF00">
              <a:alpha val="30000"/>
            </a:srgbClr>
          </a:solidFill>
          <a:ln w="12700">
            <a:solidFill>
              <a:srgbClr val="00FF00"/>
            </a:solidFill>
            <a:prstDash val="solid"/>
          </a:ln>
        </p:spPr>
      </p:sp>
      <p:sp>
        <p:nvSpPr>
          <p:cNvPr id="500" name="Shape 498"/>
          <p:cNvSpPr/>
          <p:nvPr/>
        </p:nvSpPr>
        <p:spPr>
          <a:xfrm>
            <a:off x="4572000" y="4892040"/>
            <a:ext cx="-1979676" cy="-1143000"/>
          </a:xfrm>
          <a:prstGeom prst="line">
            <a:avLst/>
          </a:prstGeom>
          <a:noFill/>
          <a:ln w="25400">
            <a:solidFill>
              <a:srgbClr val="00E5FF"/>
            </a:solidFill>
            <a:prstDash val="solid"/>
          </a:ln>
        </p:spPr>
      </p:sp>
      <p:sp>
        <p:nvSpPr>
          <p:cNvPr id="501" name="Shape 499"/>
          <p:cNvSpPr/>
          <p:nvPr/>
        </p:nvSpPr>
        <p:spPr>
          <a:xfrm>
            <a:off x="2704982" y="3794762"/>
            <a:ext cx="91440" cy="91440"/>
          </a:xfrm>
          <a:prstGeom prst="triangle">
            <a:avLst/>
          </a:prstGeom>
          <a:solidFill>
            <a:srgbClr val="00E5FF">
              <a:alpha val="30000"/>
            </a:srgbClr>
          </a:solidFill>
          <a:ln w="25400">
            <a:solidFill>
              <a:srgbClr val="00E5FF"/>
            </a:solidFill>
            <a:prstDash val="solid"/>
          </a:ln>
        </p:spPr>
      </p:sp>
      <p:sp>
        <p:nvSpPr>
          <p:cNvPr id="502" name="Shape 500"/>
          <p:cNvSpPr/>
          <p:nvPr/>
        </p:nvSpPr>
        <p:spPr>
          <a:xfrm>
            <a:off x="4038905" y="4572000"/>
            <a:ext cx="274320" cy="182880"/>
          </a:xfrm>
          <a:prstGeom prst="ellipse">
            <a:avLst/>
          </a:prstGeom>
          <a:solidFill>
            <a:srgbClr val="1A1A1F">
              <a:alpha val="10000"/>
            </a:srgbClr>
          </a:solidFill>
          <a:ln w="19050">
            <a:solidFill>
              <a:srgbClr val="00E5FF"/>
            </a:solidFill>
            <a:prstDash val="solid"/>
          </a:ln>
        </p:spPr>
      </p:sp>
      <p:sp>
        <p:nvSpPr>
          <p:cNvPr id="503" name="Text 501"/>
          <p:cNvSpPr/>
          <p:nvPr/>
        </p:nvSpPr>
        <p:spPr>
          <a:xfrm>
            <a:off x="4057193" y="45994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Agent-RX | Reconstructed</a:t>
            </a:r>
            <a:endParaRPr lang="en-US" sz="300" dirty="0"/>
          </a:p>
        </p:txBody>
      </p:sp>
      <p:sp>
        <p:nvSpPr>
          <p:cNvPr id="504" name="Shape 502"/>
          <p:cNvSpPr/>
          <p:nvPr/>
        </p:nvSpPr>
        <p:spPr>
          <a:xfrm>
            <a:off x="4276649" y="4718304"/>
            <a:ext cx="27432" cy="27432"/>
          </a:xfrm>
          <a:prstGeom prst="ellipse">
            <a:avLst/>
          </a:prstGeom>
          <a:solidFill>
            <a:srgbClr val="FF0000">
              <a:alpha val="30000"/>
            </a:srgbClr>
          </a:solidFill>
          <a:ln w="12700">
            <a:solidFill>
              <a:srgbClr val="FF0000"/>
            </a:solidFill>
            <a:prstDash val="solid"/>
          </a:ln>
        </p:spPr>
      </p:sp>
      <p:sp>
        <p:nvSpPr>
          <p:cNvPr id="505" name="Shape 503"/>
          <p:cNvSpPr/>
          <p:nvPr/>
        </p:nvSpPr>
        <p:spPr>
          <a:xfrm>
            <a:off x="3642970" y="4343400"/>
            <a:ext cx="274320" cy="182880"/>
          </a:xfrm>
          <a:prstGeom prst="ellipse">
            <a:avLst/>
          </a:prstGeom>
          <a:solidFill>
            <a:srgbClr val="1A1A1F">
              <a:alpha val="10000"/>
            </a:srgbClr>
          </a:solidFill>
          <a:ln w="19050">
            <a:solidFill>
              <a:srgbClr val="00E5FF"/>
            </a:solidFill>
            <a:prstDash val="solid"/>
          </a:ln>
        </p:spPr>
      </p:sp>
      <p:sp>
        <p:nvSpPr>
          <p:cNvPr id="506" name="Text 504"/>
          <p:cNvSpPr/>
          <p:nvPr/>
        </p:nvSpPr>
        <p:spPr>
          <a:xfrm>
            <a:off x="3661258" y="43708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Agent-RX | Reconstructed</a:t>
            </a:r>
            <a:endParaRPr lang="en-US" sz="300" dirty="0"/>
          </a:p>
        </p:txBody>
      </p:sp>
      <p:sp>
        <p:nvSpPr>
          <p:cNvPr id="507" name="Shape 505"/>
          <p:cNvSpPr/>
          <p:nvPr/>
        </p:nvSpPr>
        <p:spPr>
          <a:xfrm>
            <a:off x="3880714" y="4489704"/>
            <a:ext cx="27432" cy="27432"/>
          </a:xfrm>
          <a:prstGeom prst="ellipse">
            <a:avLst/>
          </a:prstGeom>
          <a:solidFill>
            <a:srgbClr val="FF0000">
              <a:alpha val="30000"/>
            </a:srgbClr>
          </a:solidFill>
          <a:ln w="12700">
            <a:solidFill>
              <a:srgbClr val="FF0000"/>
            </a:solidFill>
            <a:prstDash val="solid"/>
          </a:ln>
        </p:spPr>
      </p:sp>
      <p:sp>
        <p:nvSpPr>
          <p:cNvPr id="508" name="Shape 506"/>
          <p:cNvSpPr/>
          <p:nvPr/>
        </p:nvSpPr>
        <p:spPr>
          <a:xfrm>
            <a:off x="3247034" y="4114800"/>
            <a:ext cx="274320" cy="182880"/>
          </a:xfrm>
          <a:prstGeom prst="ellipse">
            <a:avLst/>
          </a:prstGeom>
          <a:solidFill>
            <a:srgbClr val="1A1A1F">
              <a:alpha val="10000"/>
            </a:srgbClr>
          </a:solidFill>
          <a:ln w="19050">
            <a:solidFill>
              <a:srgbClr val="00E5FF"/>
            </a:solidFill>
            <a:prstDash val="solid"/>
          </a:ln>
        </p:spPr>
      </p:sp>
      <p:sp>
        <p:nvSpPr>
          <p:cNvPr id="509" name="Text 507"/>
          <p:cNvSpPr/>
          <p:nvPr/>
        </p:nvSpPr>
        <p:spPr>
          <a:xfrm>
            <a:off x="3265322" y="41422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Agent-RX | Reconstructed</a:t>
            </a:r>
            <a:endParaRPr lang="en-US" sz="300" dirty="0"/>
          </a:p>
        </p:txBody>
      </p:sp>
      <p:sp>
        <p:nvSpPr>
          <p:cNvPr id="510" name="Shape 508"/>
          <p:cNvSpPr/>
          <p:nvPr/>
        </p:nvSpPr>
        <p:spPr>
          <a:xfrm>
            <a:off x="3484778" y="4261104"/>
            <a:ext cx="27432" cy="27432"/>
          </a:xfrm>
          <a:prstGeom prst="ellipse">
            <a:avLst/>
          </a:prstGeom>
          <a:solidFill>
            <a:srgbClr val="FF0000">
              <a:alpha val="30000"/>
            </a:srgbClr>
          </a:solidFill>
          <a:ln w="12700">
            <a:solidFill>
              <a:srgbClr val="FF0000"/>
            </a:solidFill>
            <a:prstDash val="solid"/>
          </a:ln>
        </p:spPr>
      </p:sp>
      <p:sp>
        <p:nvSpPr>
          <p:cNvPr id="511" name="Shape 509"/>
          <p:cNvSpPr/>
          <p:nvPr/>
        </p:nvSpPr>
        <p:spPr>
          <a:xfrm>
            <a:off x="2851099" y="3886200"/>
            <a:ext cx="274320" cy="182880"/>
          </a:xfrm>
          <a:prstGeom prst="ellipse">
            <a:avLst/>
          </a:prstGeom>
          <a:solidFill>
            <a:srgbClr val="1A1A1F">
              <a:alpha val="10000"/>
            </a:srgbClr>
          </a:solidFill>
          <a:ln w="19050">
            <a:solidFill>
              <a:srgbClr val="00E5FF"/>
            </a:solidFill>
            <a:prstDash val="solid"/>
          </a:ln>
        </p:spPr>
      </p:sp>
      <p:sp>
        <p:nvSpPr>
          <p:cNvPr id="512" name="Text 510"/>
          <p:cNvSpPr/>
          <p:nvPr/>
        </p:nvSpPr>
        <p:spPr>
          <a:xfrm>
            <a:off x="2869387" y="39136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Agent-RX | Reconstructed</a:t>
            </a:r>
            <a:endParaRPr lang="en-US" sz="300" dirty="0"/>
          </a:p>
        </p:txBody>
      </p:sp>
      <p:sp>
        <p:nvSpPr>
          <p:cNvPr id="513" name="Shape 511"/>
          <p:cNvSpPr/>
          <p:nvPr/>
        </p:nvSpPr>
        <p:spPr>
          <a:xfrm>
            <a:off x="3088843" y="4032504"/>
            <a:ext cx="27432" cy="27432"/>
          </a:xfrm>
          <a:prstGeom prst="ellipse">
            <a:avLst/>
          </a:prstGeom>
          <a:solidFill>
            <a:srgbClr val="FF0000">
              <a:alpha val="30000"/>
            </a:srgbClr>
          </a:solidFill>
          <a:ln w="12700">
            <a:solidFill>
              <a:srgbClr val="FF0000"/>
            </a:solidFill>
            <a:prstDash val="solid"/>
          </a:ln>
        </p:spPr>
      </p:sp>
      <p:sp>
        <p:nvSpPr>
          <p:cNvPr id="514" name="Shape 512"/>
          <p:cNvSpPr/>
          <p:nvPr/>
        </p:nvSpPr>
        <p:spPr>
          <a:xfrm>
            <a:off x="2592324" y="3749040"/>
            <a:ext cx="0" cy="-2286000"/>
          </a:xfrm>
          <a:prstGeom prst="line">
            <a:avLst/>
          </a:prstGeom>
          <a:noFill/>
          <a:ln w="25400">
            <a:solidFill>
              <a:srgbClr val="00E5FF"/>
            </a:solidFill>
            <a:prstDash val="solid"/>
          </a:ln>
        </p:spPr>
      </p:sp>
      <p:sp>
        <p:nvSpPr>
          <p:cNvPr id="515" name="Shape 513"/>
          <p:cNvSpPr/>
          <p:nvPr/>
        </p:nvSpPr>
        <p:spPr>
          <a:xfrm>
            <a:off x="2546604" y="1600200"/>
            <a:ext cx="91440" cy="91440"/>
          </a:xfrm>
          <a:prstGeom prst="triangle">
            <a:avLst/>
          </a:prstGeom>
          <a:solidFill>
            <a:srgbClr val="00E5FF">
              <a:alpha val="30000"/>
            </a:srgbClr>
          </a:solidFill>
          <a:ln w="25400">
            <a:solidFill>
              <a:srgbClr val="00E5FF"/>
            </a:solidFill>
            <a:prstDash val="solid"/>
          </a:ln>
        </p:spPr>
      </p:sp>
      <p:sp>
        <p:nvSpPr>
          <p:cNvPr id="516" name="Shape 514"/>
          <p:cNvSpPr/>
          <p:nvPr/>
        </p:nvSpPr>
        <p:spPr>
          <a:xfrm>
            <a:off x="2455164" y="3200400"/>
            <a:ext cx="274320" cy="182880"/>
          </a:xfrm>
          <a:prstGeom prst="ellipse">
            <a:avLst/>
          </a:prstGeom>
          <a:solidFill>
            <a:srgbClr val="1A1A1F">
              <a:alpha val="10000"/>
            </a:srgbClr>
          </a:solidFill>
          <a:ln w="19050">
            <a:solidFill>
              <a:srgbClr val="00E5FF"/>
            </a:solidFill>
            <a:prstDash val="solid"/>
          </a:ln>
        </p:spPr>
      </p:sp>
      <p:sp>
        <p:nvSpPr>
          <p:cNvPr id="517" name="Text 515"/>
          <p:cNvSpPr/>
          <p:nvPr/>
        </p:nvSpPr>
        <p:spPr>
          <a:xfrm>
            <a:off x="2473452" y="32278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518" name="Shape 516"/>
          <p:cNvSpPr/>
          <p:nvPr/>
        </p:nvSpPr>
        <p:spPr>
          <a:xfrm>
            <a:off x="2692908" y="3346704"/>
            <a:ext cx="27432" cy="27432"/>
          </a:xfrm>
          <a:prstGeom prst="ellipse">
            <a:avLst/>
          </a:prstGeom>
          <a:solidFill>
            <a:srgbClr val="FF0000">
              <a:alpha val="30000"/>
            </a:srgbClr>
          </a:solidFill>
          <a:ln w="12700">
            <a:solidFill>
              <a:srgbClr val="FF0000"/>
            </a:solidFill>
            <a:prstDash val="solid"/>
          </a:ln>
        </p:spPr>
      </p:sp>
      <p:sp>
        <p:nvSpPr>
          <p:cNvPr id="519" name="Shape 517"/>
          <p:cNvSpPr/>
          <p:nvPr/>
        </p:nvSpPr>
        <p:spPr>
          <a:xfrm>
            <a:off x="2455164" y="2743200"/>
            <a:ext cx="274320" cy="182880"/>
          </a:xfrm>
          <a:prstGeom prst="ellipse">
            <a:avLst/>
          </a:prstGeom>
          <a:solidFill>
            <a:srgbClr val="1A1A1F">
              <a:alpha val="10000"/>
            </a:srgbClr>
          </a:solidFill>
          <a:ln w="19050">
            <a:solidFill>
              <a:srgbClr val="00E5FF"/>
            </a:solidFill>
            <a:prstDash val="solid"/>
          </a:ln>
        </p:spPr>
      </p:sp>
      <p:sp>
        <p:nvSpPr>
          <p:cNvPr id="520" name="Text 518"/>
          <p:cNvSpPr/>
          <p:nvPr/>
        </p:nvSpPr>
        <p:spPr>
          <a:xfrm>
            <a:off x="2473452" y="27706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521" name="Shape 519"/>
          <p:cNvSpPr/>
          <p:nvPr/>
        </p:nvSpPr>
        <p:spPr>
          <a:xfrm>
            <a:off x="2692908" y="2889504"/>
            <a:ext cx="27432" cy="27432"/>
          </a:xfrm>
          <a:prstGeom prst="ellipse">
            <a:avLst/>
          </a:prstGeom>
          <a:solidFill>
            <a:srgbClr val="FF0000">
              <a:alpha val="30000"/>
            </a:srgbClr>
          </a:solidFill>
          <a:ln w="12700">
            <a:solidFill>
              <a:srgbClr val="FF0000"/>
            </a:solidFill>
            <a:prstDash val="solid"/>
          </a:ln>
        </p:spPr>
      </p:sp>
      <p:sp>
        <p:nvSpPr>
          <p:cNvPr id="522" name="Shape 520"/>
          <p:cNvSpPr/>
          <p:nvPr/>
        </p:nvSpPr>
        <p:spPr>
          <a:xfrm>
            <a:off x="2455164" y="2286000"/>
            <a:ext cx="274320" cy="182880"/>
          </a:xfrm>
          <a:prstGeom prst="ellipse">
            <a:avLst/>
          </a:prstGeom>
          <a:solidFill>
            <a:srgbClr val="1A1A1F">
              <a:alpha val="10000"/>
            </a:srgbClr>
          </a:solidFill>
          <a:ln w="19050">
            <a:solidFill>
              <a:srgbClr val="00E5FF"/>
            </a:solidFill>
            <a:prstDash val="solid"/>
          </a:ln>
        </p:spPr>
      </p:sp>
      <p:sp>
        <p:nvSpPr>
          <p:cNvPr id="523" name="Text 521"/>
          <p:cNvSpPr/>
          <p:nvPr/>
        </p:nvSpPr>
        <p:spPr>
          <a:xfrm>
            <a:off x="2473452" y="23134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524" name="Shape 522"/>
          <p:cNvSpPr/>
          <p:nvPr/>
        </p:nvSpPr>
        <p:spPr>
          <a:xfrm>
            <a:off x="2692908" y="2432304"/>
            <a:ext cx="27432" cy="27432"/>
          </a:xfrm>
          <a:prstGeom prst="ellipse">
            <a:avLst/>
          </a:prstGeom>
          <a:solidFill>
            <a:srgbClr val="FF0000">
              <a:alpha val="30000"/>
            </a:srgbClr>
          </a:solidFill>
          <a:ln w="12700">
            <a:solidFill>
              <a:srgbClr val="FF0000"/>
            </a:solidFill>
            <a:prstDash val="solid"/>
          </a:ln>
        </p:spPr>
      </p:sp>
      <p:sp>
        <p:nvSpPr>
          <p:cNvPr id="525" name="Shape 523"/>
          <p:cNvSpPr/>
          <p:nvPr/>
        </p:nvSpPr>
        <p:spPr>
          <a:xfrm>
            <a:off x="2455164" y="1828800"/>
            <a:ext cx="274320" cy="182880"/>
          </a:xfrm>
          <a:prstGeom prst="ellipse">
            <a:avLst/>
          </a:prstGeom>
          <a:solidFill>
            <a:srgbClr val="1A1A1F">
              <a:alpha val="10000"/>
            </a:srgbClr>
          </a:solidFill>
          <a:ln w="19050">
            <a:solidFill>
              <a:srgbClr val="00E5FF"/>
            </a:solidFill>
            <a:prstDash val="solid"/>
          </a:ln>
        </p:spPr>
      </p:sp>
      <p:sp>
        <p:nvSpPr>
          <p:cNvPr id="526" name="Text 524"/>
          <p:cNvSpPr/>
          <p:nvPr/>
        </p:nvSpPr>
        <p:spPr>
          <a:xfrm>
            <a:off x="2473452" y="18562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Agent-BX | Generated</a:t>
            </a:r>
            <a:endParaRPr lang="en-US" sz="300" dirty="0"/>
          </a:p>
        </p:txBody>
      </p:sp>
      <p:sp>
        <p:nvSpPr>
          <p:cNvPr id="527" name="Shape 525"/>
          <p:cNvSpPr/>
          <p:nvPr/>
        </p:nvSpPr>
        <p:spPr>
          <a:xfrm>
            <a:off x="2692908" y="1975104"/>
            <a:ext cx="27432" cy="27432"/>
          </a:xfrm>
          <a:prstGeom prst="ellipse">
            <a:avLst/>
          </a:prstGeom>
          <a:solidFill>
            <a:srgbClr val="FF0000">
              <a:alpha val="30000"/>
            </a:srgbClr>
          </a:solidFill>
          <a:ln w="12700">
            <a:solidFill>
              <a:srgbClr val="FF0000"/>
            </a:solidFill>
            <a:prstDash val="solid"/>
          </a:ln>
        </p:spPr>
      </p:sp>
      <p:sp>
        <p:nvSpPr>
          <p:cNvPr id="528" name="Shape 526"/>
          <p:cNvSpPr/>
          <p:nvPr/>
        </p:nvSpPr>
        <p:spPr>
          <a:xfrm>
            <a:off x="2592324" y="1463040"/>
            <a:ext cx="1979676" cy="-1143000"/>
          </a:xfrm>
          <a:prstGeom prst="line">
            <a:avLst/>
          </a:prstGeom>
          <a:noFill/>
          <a:ln w="25400">
            <a:solidFill>
              <a:srgbClr val="00E5FF"/>
            </a:solidFill>
            <a:prstDash val="solid"/>
          </a:ln>
        </p:spPr>
      </p:sp>
      <p:sp>
        <p:nvSpPr>
          <p:cNvPr id="529" name="Shape 527"/>
          <p:cNvSpPr/>
          <p:nvPr/>
        </p:nvSpPr>
        <p:spPr>
          <a:xfrm>
            <a:off x="4367902" y="365762"/>
            <a:ext cx="91440" cy="91440"/>
          </a:xfrm>
          <a:prstGeom prst="triangle">
            <a:avLst/>
          </a:prstGeom>
          <a:solidFill>
            <a:srgbClr val="00E5FF">
              <a:alpha val="30000"/>
            </a:srgbClr>
          </a:solidFill>
          <a:ln w="25400">
            <a:solidFill>
              <a:srgbClr val="00E5FF"/>
            </a:solidFill>
            <a:prstDash val="solid"/>
          </a:ln>
        </p:spPr>
      </p:sp>
      <p:sp>
        <p:nvSpPr>
          <p:cNvPr id="530" name="Shape 528"/>
          <p:cNvSpPr/>
          <p:nvPr/>
        </p:nvSpPr>
        <p:spPr>
          <a:xfrm>
            <a:off x="2851099" y="1143000"/>
            <a:ext cx="274320" cy="182880"/>
          </a:xfrm>
          <a:prstGeom prst="ellipse">
            <a:avLst/>
          </a:prstGeom>
          <a:solidFill>
            <a:srgbClr val="1A1A1F">
              <a:alpha val="10000"/>
            </a:srgbClr>
          </a:solidFill>
          <a:ln w="19050">
            <a:solidFill>
              <a:srgbClr val="00E5FF"/>
            </a:solidFill>
            <a:prstDash val="solid"/>
          </a:ln>
        </p:spPr>
      </p:sp>
      <p:sp>
        <p:nvSpPr>
          <p:cNvPr id="531" name="Text 529"/>
          <p:cNvSpPr/>
          <p:nvPr/>
        </p:nvSpPr>
        <p:spPr>
          <a:xfrm>
            <a:off x="2869387" y="11704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Constitution | Approved</a:t>
            </a:r>
            <a:endParaRPr lang="en-US" sz="300" dirty="0"/>
          </a:p>
        </p:txBody>
      </p:sp>
      <p:sp>
        <p:nvSpPr>
          <p:cNvPr id="532" name="Shape 530"/>
          <p:cNvSpPr/>
          <p:nvPr/>
        </p:nvSpPr>
        <p:spPr>
          <a:xfrm>
            <a:off x="3088843" y="1289304"/>
            <a:ext cx="27432" cy="27432"/>
          </a:xfrm>
          <a:prstGeom prst="ellipse">
            <a:avLst/>
          </a:prstGeom>
          <a:solidFill>
            <a:srgbClr val="00FF00">
              <a:alpha val="30000"/>
            </a:srgbClr>
          </a:solidFill>
          <a:ln w="12700">
            <a:solidFill>
              <a:srgbClr val="00FF00"/>
            </a:solidFill>
            <a:prstDash val="solid"/>
          </a:ln>
        </p:spPr>
      </p:sp>
      <p:sp>
        <p:nvSpPr>
          <p:cNvPr id="533" name="Shape 531"/>
          <p:cNvSpPr/>
          <p:nvPr/>
        </p:nvSpPr>
        <p:spPr>
          <a:xfrm>
            <a:off x="3247034" y="914400"/>
            <a:ext cx="274320" cy="182880"/>
          </a:xfrm>
          <a:prstGeom prst="ellipse">
            <a:avLst/>
          </a:prstGeom>
          <a:solidFill>
            <a:srgbClr val="1A1A1F">
              <a:alpha val="10000"/>
            </a:srgbClr>
          </a:solidFill>
          <a:ln w="19050">
            <a:solidFill>
              <a:srgbClr val="00E5FF"/>
            </a:solidFill>
            <a:prstDash val="solid"/>
          </a:ln>
        </p:spPr>
      </p:sp>
      <p:sp>
        <p:nvSpPr>
          <p:cNvPr id="534" name="Text 532"/>
          <p:cNvSpPr/>
          <p:nvPr/>
        </p:nvSpPr>
        <p:spPr>
          <a:xfrm>
            <a:off x="3265322" y="9418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Constitution | Approved</a:t>
            </a:r>
            <a:endParaRPr lang="en-US" sz="300" dirty="0"/>
          </a:p>
        </p:txBody>
      </p:sp>
      <p:sp>
        <p:nvSpPr>
          <p:cNvPr id="535" name="Shape 533"/>
          <p:cNvSpPr/>
          <p:nvPr/>
        </p:nvSpPr>
        <p:spPr>
          <a:xfrm>
            <a:off x="3484778" y="1060704"/>
            <a:ext cx="27432" cy="27432"/>
          </a:xfrm>
          <a:prstGeom prst="ellipse">
            <a:avLst/>
          </a:prstGeom>
          <a:solidFill>
            <a:srgbClr val="00FF00">
              <a:alpha val="30000"/>
            </a:srgbClr>
          </a:solidFill>
          <a:ln w="12700">
            <a:solidFill>
              <a:srgbClr val="00FF00"/>
            </a:solidFill>
            <a:prstDash val="solid"/>
          </a:ln>
        </p:spPr>
      </p:sp>
      <p:sp>
        <p:nvSpPr>
          <p:cNvPr id="536" name="Shape 534"/>
          <p:cNvSpPr/>
          <p:nvPr/>
        </p:nvSpPr>
        <p:spPr>
          <a:xfrm>
            <a:off x="3642970" y="685800"/>
            <a:ext cx="274320" cy="182880"/>
          </a:xfrm>
          <a:prstGeom prst="ellipse">
            <a:avLst/>
          </a:prstGeom>
          <a:solidFill>
            <a:srgbClr val="1A1A1F">
              <a:alpha val="10000"/>
            </a:srgbClr>
          </a:solidFill>
          <a:ln w="19050">
            <a:solidFill>
              <a:srgbClr val="00E5FF"/>
            </a:solidFill>
            <a:prstDash val="solid"/>
          </a:ln>
        </p:spPr>
      </p:sp>
      <p:sp>
        <p:nvSpPr>
          <p:cNvPr id="537" name="Text 535"/>
          <p:cNvSpPr/>
          <p:nvPr/>
        </p:nvSpPr>
        <p:spPr>
          <a:xfrm>
            <a:off x="3661258" y="7132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Constitution | Approved</a:t>
            </a:r>
            <a:endParaRPr lang="en-US" sz="300" dirty="0"/>
          </a:p>
        </p:txBody>
      </p:sp>
      <p:sp>
        <p:nvSpPr>
          <p:cNvPr id="538" name="Shape 536"/>
          <p:cNvSpPr/>
          <p:nvPr/>
        </p:nvSpPr>
        <p:spPr>
          <a:xfrm>
            <a:off x="3880714" y="832104"/>
            <a:ext cx="27432" cy="27432"/>
          </a:xfrm>
          <a:prstGeom prst="ellipse">
            <a:avLst/>
          </a:prstGeom>
          <a:solidFill>
            <a:srgbClr val="00FF00">
              <a:alpha val="30000"/>
            </a:srgbClr>
          </a:solidFill>
          <a:ln w="12700">
            <a:solidFill>
              <a:srgbClr val="00FF00"/>
            </a:solidFill>
            <a:prstDash val="solid"/>
          </a:ln>
        </p:spPr>
      </p:sp>
      <p:sp>
        <p:nvSpPr>
          <p:cNvPr id="539" name="Shape 537"/>
          <p:cNvSpPr/>
          <p:nvPr/>
        </p:nvSpPr>
        <p:spPr>
          <a:xfrm>
            <a:off x="4038905" y="457200"/>
            <a:ext cx="274320" cy="182880"/>
          </a:xfrm>
          <a:prstGeom prst="ellipse">
            <a:avLst/>
          </a:prstGeom>
          <a:solidFill>
            <a:srgbClr val="1A1A1F">
              <a:alpha val="10000"/>
            </a:srgbClr>
          </a:solidFill>
          <a:ln w="19050">
            <a:solidFill>
              <a:srgbClr val="00E5FF"/>
            </a:solidFill>
            <a:prstDash val="solid"/>
          </a:ln>
        </p:spPr>
      </p:sp>
      <p:sp>
        <p:nvSpPr>
          <p:cNvPr id="540" name="Text 538"/>
          <p:cNvSpPr/>
          <p:nvPr/>
        </p:nvSpPr>
        <p:spPr>
          <a:xfrm>
            <a:off x="4057193" y="484632"/>
            <a:ext cx="237744" cy="54864"/>
          </a:xfrm>
          <a:prstGeom prst="rect">
            <a:avLst/>
          </a:prstGeom>
          <a:noFill/>
          <a:ln/>
        </p:spPr>
        <p:txBody>
          <a:bodyPr wrap="square" rtlCol="0" anchor="ctr"/>
          <a:lstStyle/>
          <a:p>
            <a:pPr indent="0" marL="0">
              <a:buNone/>
            </a:pPr>
            <a:r>
              <a:rPr lang="en-US" sz="300" dirty="0">
                <a:solidFill>
                  <a:srgbClr val="CCCCCC"/>
                </a:solidFill>
                <a:latin typeface="Courier New" pitchFamily="34" charset="0"/>
                <a:ea typeface="Courier New" pitchFamily="34" charset="-122"/>
                <a:cs typeface="Courier New" pitchFamily="34" charset="-120"/>
              </a:rPr>
              <a:t>Constitution | Approved</a:t>
            </a:r>
            <a:endParaRPr lang="en-US" sz="300" dirty="0"/>
          </a:p>
        </p:txBody>
      </p:sp>
      <p:sp>
        <p:nvSpPr>
          <p:cNvPr id="541" name="Shape 539"/>
          <p:cNvSpPr/>
          <p:nvPr/>
        </p:nvSpPr>
        <p:spPr>
          <a:xfrm>
            <a:off x="4276649" y="603504"/>
            <a:ext cx="27432" cy="27432"/>
          </a:xfrm>
          <a:prstGeom prst="ellipse">
            <a:avLst/>
          </a:prstGeom>
          <a:solidFill>
            <a:srgbClr val="00FF00">
              <a:alpha val="30000"/>
            </a:srgbClr>
          </a:solidFill>
          <a:ln w="12700">
            <a:solidFill>
              <a:srgbClr val="00FF00"/>
            </a:solidFill>
            <a:prstDash val="solid"/>
          </a:ln>
        </p:spPr>
      </p:sp>
      <p:sp>
        <p:nvSpPr>
          <p:cNvPr id="542" name="Shape 540"/>
          <p:cNvSpPr/>
          <p:nvPr/>
        </p:nvSpPr>
        <p:spPr>
          <a:xfrm>
            <a:off x="6551676" y="1463040"/>
            <a:ext cx="884682" cy="914400"/>
          </a:xfrm>
          <a:prstGeom prst="line">
            <a:avLst/>
          </a:prstGeom>
          <a:noFill/>
          <a:ln w="25400">
            <a:solidFill>
              <a:srgbClr val="FF0000"/>
            </a:solidFill>
            <a:prstDash val="dash"/>
          </a:ln>
        </p:spPr>
      </p:sp>
      <p:sp>
        <p:nvSpPr>
          <p:cNvPr id="543" name="Shape 541"/>
          <p:cNvSpPr/>
          <p:nvPr/>
        </p:nvSpPr>
        <p:spPr>
          <a:xfrm>
            <a:off x="7436358" y="2377440"/>
            <a:ext cx="884682" cy="3474720"/>
          </a:xfrm>
          <a:prstGeom prst="line">
            <a:avLst/>
          </a:prstGeom>
          <a:noFill/>
          <a:ln w="25400">
            <a:solidFill>
              <a:srgbClr val="FF0000"/>
            </a:solidFill>
            <a:prstDash val="dash"/>
          </a:ln>
        </p:spPr>
      </p:sp>
      <p:sp>
        <p:nvSpPr>
          <p:cNvPr id="544" name="Text 542"/>
          <p:cNvSpPr/>
          <p:nvPr/>
        </p:nvSpPr>
        <p:spPr>
          <a:xfrm>
            <a:off x="7162038" y="2331720"/>
            <a:ext cx="548640" cy="91440"/>
          </a:xfrm>
          <a:prstGeom prst="rect">
            <a:avLst/>
          </a:prstGeom>
          <a:noFill/>
          <a:ln/>
        </p:spPr>
        <p:txBody>
          <a:bodyPr wrap="square" rtlCol="0" anchor="ctr"/>
          <a:lstStyle/>
          <a:p>
            <a:pPr algn="ctr" indent="0" marL="0">
              <a:buNone/>
            </a:pPr>
            <a:r>
              <a:rPr lang="en-US" sz="500" dirty="0">
                <a:solidFill>
                  <a:srgbClr val="FF0000"/>
                </a:solidFill>
                <a:latin typeface="Courier New" pitchFamily="34" charset="0"/>
                <a:ea typeface="Courier New" pitchFamily="34" charset="-122"/>
                <a:cs typeface="Courier New" pitchFamily="34" charset="-120"/>
              </a:rPr>
              <a:t>REJECTED</a:t>
            </a:r>
            <a:endParaRPr lang="en-US" sz="500" dirty="0"/>
          </a:p>
        </p:txBody>
      </p:sp>
      <p:sp>
        <p:nvSpPr>
          <p:cNvPr id="545" name="Shape 543"/>
          <p:cNvSpPr/>
          <p:nvPr/>
        </p:nvSpPr>
        <p:spPr>
          <a:xfrm>
            <a:off x="8250622" y="5682665"/>
            <a:ext cx="73152" cy="73152"/>
          </a:xfrm>
          <a:prstGeom prst="triangle">
            <a:avLst/>
          </a:prstGeom>
          <a:solidFill>
            <a:srgbClr val="FF0000">
              <a:alpha val="30000"/>
            </a:srgbClr>
          </a:solidFill>
          <a:ln w="25400">
            <a:solidFill>
              <a:srgbClr val="FF0000"/>
            </a:solidFill>
            <a:prstDash val="solid"/>
          </a:ln>
        </p:spPr>
      </p:sp>
      <p:sp>
        <p:nvSpPr>
          <p:cNvPr id="546" name="Shape 544"/>
          <p:cNvSpPr/>
          <p:nvPr/>
        </p:nvSpPr>
        <p:spPr>
          <a:xfrm>
            <a:off x="7772400" y="5486400"/>
            <a:ext cx="1097280" cy="731520"/>
          </a:xfrm>
          <a:prstGeom prst="rect">
            <a:avLst/>
          </a:prstGeom>
          <a:solidFill>
            <a:srgbClr val="FF0000">
              <a:alpha val="15000"/>
            </a:srgbClr>
          </a:solidFill>
          <a:ln w="25400">
            <a:solidFill>
              <a:srgbClr val="800000"/>
            </a:solidFill>
            <a:prstDash val="solid"/>
          </a:ln>
        </p:spPr>
      </p:sp>
      <p:sp>
        <p:nvSpPr>
          <p:cNvPr id="547" name="Text 545"/>
          <p:cNvSpPr/>
          <p:nvPr/>
        </p:nvSpPr>
        <p:spPr>
          <a:xfrm>
            <a:off x="7818120" y="5532120"/>
            <a:ext cx="1005840" cy="91440"/>
          </a:xfrm>
          <a:prstGeom prst="rect">
            <a:avLst/>
          </a:prstGeom>
          <a:noFill/>
          <a:ln/>
        </p:spPr>
        <p:txBody>
          <a:bodyPr wrap="square" rtlCol="0" anchor="ctr"/>
          <a:lstStyle/>
          <a:p>
            <a:pPr algn="ctr" indent="0" marL="0">
              <a:buNone/>
            </a:pPr>
            <a:r>
              <a:rPr lang="en-US" sz="500" b="1" dirty="0">
                <a:solidFill>
                  <a:srgbClr val="FFFFFF"/>
                </a:solidFill>
              </a:rPr>
              <a:t>REJECTION SINK</a:t>
            </a:r>
            <a:endParaRPr lang="en-US" sz="500" dirty="0"/>
          </a:p>
        </p:txBody>
      </p:sp>
      <p:sp>
        <p:nvSpPr>
          <p:cNvPr id="548" name="Shape 546"/>
          <p:cNvSpPr/>
          <p:nvPr/>
        </p:nvSpPr>
        <p:spPr>
          <a:xfrm>
            <a:off x="8138160" y="5715000"/>
            <a:ext cx="365760" cy="274320"/>
          </a:xfrm>
          <a:prstGeom prst="ellipse">
            <a:avLst/>
          </a:prstGeom>
          <a:solidFill>
            <a:srgbClr val="800000">
              <a:alpha val="30000"/>
            </a:srgbClr>
          </a:solidFill>
          <a:ln w="12700">
            <a:solidFill>
              <a:srgbClr val="FF0000"/>
            </a:solidFill>
            <a:prstDash val="solid"/>
          </a:ln>
        </p:spPr>
      </p:sp>
      <p:sp>
        <p:nvSpPr>
          <p:cNvPr id="549" name="Shape 547"/>
          <p:cNvSpPr/>
          <p:nvPr/>
        </p:nvSpPr>
        <p:spPr>
          <a:xfrm>
            <a:off x="2592324" y="1463040"/>
            <a:ext cx="-793242" cy="-914400"/>
          </a:xfrm>
          <a:prstGeom prst="line">
            <a:avLst/>
          </a:prstGeom>
          <a:noFill/>
          <a:ln w="25400">
            <a:solidFill>
              <a:srgbClr val="FF0000"/>
            </a:solidFill>
            <a:prstDash val="dash"/>
          </a:ln>
        </p:spPr>
      </p:sp>
      <p:sp>
        <p:nvSpPr>
          <p:cNvPr id="550" name="Shape 548"/>
          <p:cNvSpPr/>
          <p:nvPr/>
        </p:nvSpPr>
        <p:spPr>
          <a:xfrm>
            <a:off x="1799082" y="548640"/>
            <a:ext cx="-793242" cy="5303520"/>
          </a:xfrm>
          <a:prstGeom prst="line">
            <a:avLst/>
          </a:prstGeom>
          <a:noFill/>
          <a:ln w="25400">
            <a:solidFill>
              <a:srgbClr val="FF0000"/>
            </a:solidFill>
            <a:prstDash val="dash"/>
          </a:ln>
        </p:spPr>
      </p:sp>
      <p:sp>
        <p:nvSpPr>
          <p:cNvPr id="551" name="Text 549"/>
          <p:cNvSpPr/>
          <p:nvPr/>
        </p:nvSpPr>
        <p:spPr>
          <a:xfrm>
            <a:off x="1524762" y="502920"/>
            <a:ext cx="548640" cy="91440"/>
          </a:xfrm>
          <a:prstGeom prst="rect">
            <a:avLst/>
          </a:prstGeom>
          <a:noFill/>
          <a:ln/>
        </p:spPr>
        <p:txBody>
          <a:bodyPr wrap="square" rtlCol="0" anchor="ctr"/>
          <a:lstStyle/>
          <a:p>
            <a:pPr algn="ctr" indent="0" marL="0">
              <a:buNone/>
            </a:pPr>
            <a:r>
              <a:rPr lang="en-US" sz="500" dirty="0">
                <a:solidFill>
                  <a:srgbClr val="FF0000"/>
                </a:solidFill>
                <a:latin typeface="Courier New" pitchFamily="34" charset="0"/>
                <a:ea typeface="Courier New" pitchFamily="34" charset="-122"/>
                <a:cs typeface="Courier New" pitchFamily="34" charset="-120"/>
              </a:rPr>
              <a:t>ROLLBACK</a:t>
            </a:r>
            <a:endParaRPr lang="en-US" sz="500" dirty="0"/>
          </a:p>
        </p:txBody>
      </p:sp>
      <p:sp>
        <p:nvSpPr>
          <p:cNvPr id="552" name="Shape 550"/>
          <p:cNvSpPr/>
          <p:nvPr/>
        </p:nvSpPr>
        <p:spPr>
          <a:xfrm>
            <a:off x="989553" y="5679933"/>
            <a:ext cx="73152" cy="73152"/>
          </a:xfrm>
          <a:prstGeom prst="triangle">
            <a:avLst/>
          </a:prstGeom>
          <a:solidFill>
            <a:srgbClr val="FF0000">
              <a:alpha val="30000"/>
            </a:srgbClr>
          </a:solidFill>
          <a:ln w="25400">
            <a:solidFill>
              <a:srgbClr val="FF0000"/>
            </a:solidFill>
            <a:prstDash val="solid"/>
          </a:ln>
        </p:spPr>
      </p:sp>
      <p:sp>
        <p:nvSpPr>
          <p:cNvPr id="553" name="Shape 551"/>
          <p:cNvSpPr/>
          <p:nvPr/>
        </p:nvSpPr>
        <p:spPr>
          <a:xfrm>
            <a:off x="457200" y="5486400"/>
            <a:ext cx="1097280" cy="731520"/>
          </a:xfrm>
          <a:prstGeom prst="rect">
            <a:avLst/>
          </a:prstGeom>
          <a:solidFill>
            <a:srgbClr val="FF0000">
              <a:alpha val="15000"/>
            </a:srgbClr>
          </a:solidFill>
          <a:ln w="25400">
            <a:solidFill>
              <a:srgbClr val="800000"/>
            </a:solidFill>
            <a:prstDash val="solid"/>
          </a:ln>
        </p:spPr>
      </p:sp>
      <p:sp>
        <p:nvSpPr>
          <p:cNvPr id="554" name="Text 552"/>
          <p:cNvSpPr/>
          <p:nvPr/>
        </p:nvSpPr>
        <p:spPr>
          <a:xfrm>
            <a:off x="502920" y="5532120"/>
            <a:ext cx="1005840" cy="91440"/>
          </a:xfrm>
          <a:prstGeom prst="rect">
            <a:avLst/>
          </a:prstGeom>
          <a:noFill/>
          <a:ln/>
        </p:spPr>
        <p:txBody>
          <a:bodyPr wrap="square" rtlCol="0" anchor="ctr"/>
          <a:lstStyle/>
          <a:p>
            <a:pPr algn="ctr" indent="0" marL="0">
              <a:buNone/>
            </a:pPr>
            <a:r>
              <a:rPr lang="en-US" sz="500" b="1" dirty="0">
                <a:solidFill>
                  <a:srgbClr val="FFFFFF"/>
                </a:solidFill>
              </a:rPr>
              <a:t>ROLLBACK VAULT</a:t>
            </a:r>
            <a:endParaRPr lang="en-US" sz="500" dirty="0"/>
          </a:p>
        </p:txBody>
      </p:sp>
      <p:sp>
        <p:nvSpPr>
          <p:cNvPr id="555" name="Shape 553"/>
          <p:cNvSpPr/>
          <p:nvPr/>
        </p:nvSpPr>
        <p:spPr>
          <a:xfrm>
            <a:off x="868680" y="5669280"/>
            <a:ext cx="274320" cy="365760"/>
          </a:xfrm>
          <a:prstGeom prst="rect">
            <a:avLst/>
          </a:prstGeom>
          <a:solidFill>
            <a:srgbClr val="800000">
              <a:alpha val="30000"/>
            </a:srgbClr>
          </a:solidFill>
          <a:ln w="25400">
            <a:solidFill>
              <a:srgbClr val="FF0000"/>
            </a:solidFill>
            <a:prstDash val="solid"/>
          </a:ln>
        </p:spPr>
      </p:sp>
      <p:sp>
        <p:nvSpPr>
          <p:cNvPr id="556" name="Shape 554"/>
          <p:cNvSpPr/>
          <p:nvPr/>
        </p:nvSpPr>
        <p:spPr>
          <a:xfrm>
            <a:off x="914400" y="5760720"/>
            <a:ext cx="182880" cy="182880"/>
          </a:xfrm>
          <a:prstGeom prst="rect">
            <a:avLst/>
          </a:prstGeom>
          <a:solidFill>
            <a:srgbClr val="800000">
              <a:alpha val="30000"/>
            </a:srgbClr>
          </a:solidFill>
          <a:ln w="25400">
            <a:solidFill>
              <a:srgbClr val="FF0000"/>
            </a:solidFill>
            <a:prstDash val="solid"/>
          </a:ln>
        </p:spPr>
      </p:sp>
      <p:sp>
        <p:nvSpPr>
          <p:cNvPr id="557" name="Shape 555"/>
          <p:cNvSpPr/>
          <p:nvPr/>
        </p:nvSpPr>
        <p:spPr>
          <a:xfrm>
            <a:off x="2592324" y="1463040"/>
            <a:ext cx="-793242" cy="914400"/>
          </a:xfrm>
          <a:prstGeom prst="line">
            <a:avLst/>
          </a:prstGeom>
          <a:noFill/>
          <a:ln w="25400">
            <a:solidFill>
              <a:srgbClr val="FF0000"/>
            </a:solidFill>
            <a:prstDash val="dash"/>
          </a:ln>
        </p:spPr>
      </p:sp>
      <p:sp>
        <p:nvSpPr>
          <p:cNvPr id="558" name="Shape 556"/>
          <p:cNvSpPr/>
          <p:nvPr/>
        </p:nvSpPr>
        <p:spPr>
          <a:xfrm>
            <a:off x="1799082" y="2377440"/>
            <a:ext cx="-793242" cy="-1554480"/>
          </a:xfrm>
          <a:prstGeom prst="line">
            <a:avLst/>
          </a:prstGeom>
          <a:noFill/>
          <a:ln w="25400">
            <a:solidFill>
              <a:srgbClr val="FF0000"/>
            </a:solidFill>
            <a:prstDash val="dash"/>
          </a:ln>
        </p:spPr>
      </p:sp>
      <p:sp>
        <p:nvSpPr>
          <p:cNvPr id="559" name="Text 557"/>
          <p:cNvSpPr/>
          <p:nvPr/>
        </p:nvSpPr>
        <p:spPr>
          <a:xfrm>
            <a:off x="1524762" y="2331720"/>
            <a:ext cx="548640" cy="91440"/>
          </a:xfrm>
          <a:prstGeom prst="rect">
            <a:avLst/>
          </a:prstGeom>
          <a:noFill/>
          <a:ln/>
        </p:spPr>
        <p:txBody>
          <a:bodyPr wrap="square" rtlCol="0" anchor="ctr"/>
          <a:lstStyle/>
          <a:p>
            <a:pPr algn="ctr" indent="0" marL="0">
              <a:buNone/>
            </a:pPr>
            <a:r>
              <a:rPr lang="en-US" sz="500" dirty="0">
                <a:solidFill>
                  <a:srgbClr val="FF0000"/>
                </a:solidFill>
                <a:latin typeface="Courier New" pitchFamily="34" charset="0"/>
                <a:ea typeface="Courier New" pitchFamily="34" charset="-122"/>
                <a:cs typeface="Courier New" pitchFamily="34" charset="-120"/>
              </a:rPr>
              <a:t>CONSTRAINT VIOLATION</a:t>
            </a:r>
            <a:endParaRPr lang="en-US" sz="500" dirty="0"/>
          </a:p>
        </p:txBody>
      </p:sp>
      <p:sp>
        <p:nvSpPr>
          <p:cNvPr id="560" name="Shape 558"/>
          <p:cNvSpPr/>
          <p:nvPr/>
        </p:nvSpPr>
        <p:spPr>
          <a:xfrm>
            <a:off x="1031608" y="908556"/>
            <a:ext cx="73152" cy="73152"/>
          </a:xfrm>
          <a:prstGeom prst="triangle">
            <a:avLst/>
          </a:prstGeom>
          <a:solidFill>
            <a:srgbClr val="FF0000">
              <a:alpha val="30000"/>
            </a:srgbClr>
          </a:solidFill>
          <a:ln w="25400">
            <a:solidFill>
              <a:srgbClr val="FF0000"/>
            </a:solidFill>
            <a:prstDash val="solid"/>
          </a:ln>
        </p:spPr>
      </p:sp>
      <p:sp>
        <p:nvSpPr>
          <p:cNvPr id="561" name="Shape 559"/>
          <p:cNvSpPr/>
          <p:nvPr/>
        </p:nvSpPr>
        <p:spPr>
          <a:xfrm>
            <a:off x="457200" y="457200"/>
            <a:ext cx="1097280" cy="731520"/>
          </a:xfrm>
          <a:prstGeom prst="rect">
            <a:avLst/>
          </a:prstGeom>
          <a:solidFill>
            <a:srgbClr val="FF0000">
              <a:alpha val="15000"/>
            </a:srgbClr>
          </a:solidFill>
          <a:ln w="25400">
            <a:solidFill>
              <a:srgbClr val="800000"/>
            </a:solidFill>
            <a:prstDash val="solid"/>
          </a:ln>
        </p:spPr>
      </p:sp>
      <p:sp>
        <p:nvSpPr>
          <p:cNvPr id="562" name="Text 560"/>
          <p:cNvSpPr/>
          <p:nvPr/>
        </p:nvSpPr>
        <p:spPr>
          <a:xfrm>
            <a:off x="502920" y="502920"/>
            <a:ext cx="1005840" cy="91440"/>
          </a:xfrm>
          <a:prstGeom prst="rect">
            <a:avLst/>
          </a:prstGeom>
          <a:noFill/>
          <a:ln/>
        </p:spPr>
        <p:txBody>
          <a:bodyPr wrap="square" rtlCol="0" anchor="ctr"/>
          <a:lstStyle/>
          <a:p>
            <a:pPr algn="ctr" indent="0" marL="0">
              <a:buNone/>
            </a:pPr>
            <a:r>
              <a:rPr lang="en-US" sz="500" b="1" dirty="0">
                <a:solidFill>
                  <a:srgbClr val="FFFFFF"/>
                </a:solidFill>
              </a:rPr>
              <a:t>VIOLATION LOG</a:t>
            </a:r>
            <a:endParaRPr lang="en-US" sz="500" dirty="0"/>
          </a:p>
        </p:txBody>
      </p:sp>
      <p:sp>
        <p:nvSpPr>
          <p:cNvPr id="563" name="Shape 561"/>
          <p:cNvSpPr/>
          <p:nvPr/>
        </p:nvSpPr>
        <p:spPr>
          <a:xfrm>
            <a:off x="6551676" y="1463040"/>
            <a:ext cx="-989838" cy="914400"/>
          </a:xfrm>
          <a:prstGeom prst="line">
            <a:avLst/>
          </a:prstGeom>
          <a:noFill/>
          <a:ln w="25400">
            <a:solidFill>
              <a:srgbClr val="FF0000"/>
            </a:solidFill>
            <a:prstDash val="dash"/>
          </a:ln>
        </p:spPr>
      </p:sp>
      <p:sp>
        <p:nvSpPr>
          <p:cNvPr id="564" name="Shape 562"/>
          <p:cNvSpPr/>
          <p:nvPr/>
        </p:nvSpPr>
        <p:spPr>
          <a:xfrm>
            <a:off x="5561838" y="2377440"/>
            <a:ext cx="-989838" cy="4251960"/>
          </a:xfrm>
          <a:prstGeom prst="line">
            <a:avLst/>
          </a:prstGeom>
          <a:noFill/>
          <a:ln w="25400">
            <a:solidFill>
              <a:srgbClr val="FF0000"/>
            </a:solidFill>
            <a:prstDash val="dash"/>
          </a:ln>
        </p:spPr>
      </p:sp>
      <p:sp>
        <p:nvSpPr>
          <p:cNvPr id="565" name="Text 563"/>
          <p:cNvSpPr/>
          <p:nvPr/>
        </p:nvSpPr>
        <p:spPr>
          <a:xfrm>
            <a:off x="5287518" y="2331720"/>
            <a:ext cx="548640" cy="91440"/>
          </a:xfrm>
          <a:prstGeom prst="rect">
            <a:avLst/>
          </a:prstGeom>
          <a:noFill/>
          <a:ln/>
        </p:spPr>
        <p:txBody>
          <a:bodyPr wrap="square" rtlCol="0" anchor="ctr"/>
          <a:lstStyle/>
          <a:p>
            <a:pPr algn="ctr" indent="0" marL="0">
              <a:buNone/>
            </a:pPr>
            <a:r>
              <a:rPr lang="en-US" sz="500" dirty="0">
                <a:solidFill>
                  <a:srgbClr val="FF0000"/>
                </a:solidFill>
                <a:latin typeface="Courier New" pitchFamily="34" charset="0"/>
                <a:ea typeface="Courier New" pitchFamily="34" charset="-122"/>
                <a:cs typeface="Courier New" pitchFamily="34" charset="-120"/>
              </a:rPr>
              <a:t>OWNERSHIP CONFLICT</a:t>
            </a:r>
            <a:endParaRPr lang="en-US" sz="500" dirty="0"/>
          </a:p>
        </p:txBody>
      </p:sp>
      <p:sp>
        <p:nvSpPr>
          <p:cNvPr id="566" name="Shape 564"/>
          <p:cNvSpPr/>
          <p:nvPr/>
        </p:nvSpPr>
        <p:spPr>
          <a:xfrm>
            <a:off x="4566523" y="6459236"/>
            <a:ext cx="73152" cy="73152"/>
          </a:xfrm>
          <a:prstGeom prst="triangle">
            <a:avLst/>
          </a:prstGeom>
          <a:solidFill>
            <a:srgbClr val="FF0000">
              <a:alpha val="30000"/>
            </a:srgbClr>
          </a:solidFill>
          <a:ln w="25400">
            <a:solidFill>
              <a:srgbClr val="FF0000"/>
            </a:solidFill>
            <a:prstDash val="solid"/>
          </a:ln>
        </p:spPr>
      </p:sp>
      <p:sp>
        <p:nvSpPr>
          <p:cNvPr id="567" name="Shape 565"/>
          <p:cNvSpPr/>
          <p:nvPr/>
        </p:nvSpPr>
        <p:spPr>
          <a:xfrm>
            <a:off x="4114800" y="6400800"/>
            <a:ext cx="914400" cy="457200"/>
          </a:xfrm>
          <a:prstGeom prst="rect">
            <a:avLst/>
          </a:prstGeom>
          <a:solidFill>
            <a:srgbClr val="FF0000">
              <a:alpha val="15000"/>
            </a:srgbClr>
          </a:solidFill>
          <a:ln w="25400">
            <a:solidFill>
              <a:srgbClr val="800000"/>
            </a:solidFill>
            <a:prstDash val="solid"/>
          </a:ln>
        </p:spPr>
      </p:sp>
      <p:sp>
        <p:nvSpPr>
          <p:cNvPr id="568" name="Text 566"/>
          <p:cNvSpPr/>
          <p:nvPr/>
        </p:nvSpPr>
        <p:spPr>
          <a:xfrm>
            <a:off x="4160520" y="6446520"/>
            <a:ext cx="822960" cy="91440"/>
          </a:xfrm>
          <a:prstGeom prst="rect">
            <a:avLst/>
          </a:prstGeom>
          <a:noFill/>
          <a:ln/>
        </p:spPr>
        <p:txBody>
          <a:bodyPr wrap="square" rtlCol="0" anchor="ctr"/>
          <a:lstStyle/>
          <a:p>
            <a:pPr algn="ctr" indent="0" marL="0">
              <a:buNone/>
            </a:pPr>
            <a:r>
              <a:rPr lang="en-US" sz="500" b="1" dirty="0">
                <a:solidFill>
                  <a:srgbClr val="FFFFFF"/>
                </a:solidFill>
              </a:rPr>
              <a:t>FAILURE CHANNEL</a:t>
            </a:r>
            <a:endParaRPr lang="en-US" sz="500" dirty="0"/>
          </a:p>
        </p:txBody>
      </p:sp>
      <p:sp>
        <p:nvSpPr>
          <p:cNvPr id="569" name="Shape 567"/>
          <p:cNvSpPr/>
          <p:nvPr/>
        </p:nvSpPr>
        <p:spPr>
          <a:xfrm>
            <a:off x="2592324" y="3749040"/>
            <a:ext cx="2864358" cy="914400"/>
          </a:xfrm>
          <a:prstGeom prst="line">
            <a:avLst/>
          </a:prstGeom>
          <a:noFill/>
          <a:ln w="25400">
            <a:solidFill>
              <a:srgbClr val="FF0000"/>
            </a:solidFill>
            <a:prstDash val="dash"/>
          </a:ln>
        </p:spPr>
      </p:sp>
      <p:sp>
        <p:nvSpPr>
          <p:cNvPr id="570" name="Shape 568"/>
          <p:cNvSpPr/>
          <p:nvPr/>
        </p:nvSpPr>
        <p:spPr>
          <a:xfrm>
            <a:off x="5456682" y="4663440"/>
            <a:ext cx="2864358" cy="-3840480"/>
          </a:xfrm>
          <a:prstGeom prst="line">
            <a:avLst/>
          </a:prstGeom>
          <a:noFill/>
          <a:ln w="25400">
            <a:solidFill>
              <a:srgbClr val="FF0000"/>
            </a:solidFill>
            <a:prstDash val="dash"/>
          </a:ln>
        </p:spPr>
      </p:sp>
      <p:sp>
        <p:nvSpPr>
          <p:cNvPr id="571" name="Text 569"/>
          <p:cNvSpPr/>
          <p:nvPr/>
        </p:nvSpPr>
        <p:spPr>
          <a:xfrm>
            <a:off x="5182362" y="4617720"/>
            <a:ext cx="548640" cy="91440"/>
          </a:xfrm>
          <a:prstGeom prst="rect">
            <a:avLst/>
          </a:prstGeom>
          <a:noFill/>
          <a:ln/>
        </p:spPr>
        <p:txBody>
          <a:bodyPr wrap="square" rtlCol="0" anchor="ctr"/>
          <a:lstStyle/>
          <a:p>
            <a:pPr algn="ctr" indent="0" marL="0">
              <a:buNone/>
            </a:pPr>
            <a:r>
              <a:rPr lang="en-US" sz="500" dirty="0">
                <a:solidFill>
                  <a:srgbClr val="FF0000"/>
                </a:solidFill>
                <a:latin typeface="Courier New" pitchFamily="34" charset="0"/>
                <a:ea typeface="Courier New" pitchFamily="34" charset="-122"/>
                <a:cs typeface="Courier New" pitchFamily="34" charset="-120"/>
              </a:rPr>
              <a:t>VERIFICATION FAILURE</a:t>
            </a:r>
            <a:endParaRPr lang="en-US" sz="500" dirty="0"/>
          </a:p>
        </p:txBody>
      </p:sp>
      <p:sp>
        <p:nvSpPr>
          <p:cNvPr id="572" name="Shape 570"/>
          <p:cNvSpPr/>
          <p:nvPr/>
        </p:nvSpPr>
        <p:spPr>
          <a:xfrm>
            <a:off x="8202461" y="896332"/>
            <a:ext cx="73152" cy="73152"/>
          </a:xfrm>
          <a:prstGeom prst="triangle">
            <a:avLst/>
          </a:prstGeom>
          <a:solidFill>
            <a:srgbClr val="FF0000">
              <a:alpha val="30000"/>
            </a:srgbClr>
          </a:solidFill>
          <a:ln w="25400">
            <a:solidFill>
              <a:srgbClr val="FF0000"/>
            </a:solidFill>
            <a:prstDash val="solid"/>
          </a:ln>
        </p:spPr>
      </p:sp>
      <p:sp>
        <p:nvSpPr>
          <p:cNvPr id="573" name="Shape 571"/>
          <p:cNvSpPr/>
          <p:nvPr/>
        </p:nvSpPr>
        <p:spPr>
          <a:xfrm>
            <a:off x="7772400" y="457200"/>
            <a:ext cx="1097280" cy="731520"/>
          </a:xfrm>
          <a:prstGeom prst="rect">
            <a:avLst/>
          </a:prstGeom>
          <a:solidFill>
            <a:srgbClr val="FF0000">
              <a:alpha val="15000"/>
            </a:srgbClr>
          </a:solidFill>
          <a:ln w="25400">
            <a:solidFill>
              <a:srgbClr val="800000"/>
            </a:solidFill>
            <a:prstDash val="solid"/>
          </a:ln>
        </p:spPr>
      </p:sp>
      <p:sp>
        <p:nvSpPr>
          <p:cNvPr id="574" name="Text 572"/>
          <p:cNvSpPr/>
          <p:nvPr/>
        </p:nvSpPr>
        <p:spPr>
          <a:xfrm>
            <a:off x="7818120" y="502920"/>
            <a:ext cx="1005840" cy="91440"/>
          </a:xfrm>
          <a:prstGeom prst="rect">
            <a:avLst/>
          </a:prstGeom>
          <a:noFill/>
          <a:ln/>
        </p:spPr>
        <p:txBody>
          <a:bodyPr wrap="square" rtlCol="0" anchor="ctr"/>
          <a:lstStyle/>
          <a:p>
            <a:pPr algn="ctr" indent="0" marL="0">
              <a:buNone/>
            </a:pPr>
            <a:r>
              <a:rPr lang="en-US" sz="500" b="1" dirty="0">
                <a:solidFill>
                  <a:srgbClr val="FFFFFF"/>
                </a:solidFill>
              </a:rPr>
              <a:t>OWNERSHIP CONFLICT_ZONE</a:t>
            </a:r>
            <a:endParaRPr lang="en-US" sz="500" dirty="0"/>
          </a:p>
        </p:txBody>
      </p:sp>
      <p:sp>
        <p:nvSpPr>
          <p:cNvPr id="575" name="Text 573"/>
          <p:cNvSpPr/>
          <p:nvPr/>
        </p:nvSpPr>
        <p:spPr>
          <a:xfrm>
            <a:off x="457200" y="6583680"/>
            <a:ext cx="8229600" cy="182880"/>
          </a:xfrm>
          <a:prstGeom prst="rect">
            <a:avLst/>
          </a:prstGeom>
          <a:noFill/>
          <a:ln/>
        </p:spPr>
        <p:txBody>
          <a:bodyPr wrap="square" rtlCol="0" anchor="ctr"/>
          <a:lstStyle/>
          <a:p>
            <a:pPr indent="0" marL="0">
              <a:buNone/>
            </a:pPr>
            <a:r>
              <a:rPr lang="en-US" sz="600" dirty="0">
                <a:solidFill>
                  <a:srgbClr val="666666"/>
                </a:solidFill>
                <a:latin typeface="Courier New" pitchFamily="34" charset="0"/>
                <a:ea typeface="Courier New" pitchFamily="34" charset="-122"/>
                <a:cs typeface="Courier New" pitchFamily="34" charset="-120"/>
              </a:rPr>
              <a:t>Complete view of the constitutional substrate. Success topology: Gateway → Witness → Bedrock → Replay → Builder → Governance → Gateway. Failure routes are visible. Every connection carries an evidence packet with owner, claim, evidence, confidence, status, and timestamp. Packets are infrastructure, not metadata. Witness dominates the skyline. Bedrock is the foundational layer. The world is memorable and architecturally distinct.</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2026-06-19T22:03:22Z</dcterms:created>
  <dcterms:modified xsi:type="dcterms:W3CDTF">2026-06-19T22:03:22Z</dcterms:modified>
</cp:coreProperties>
</file>